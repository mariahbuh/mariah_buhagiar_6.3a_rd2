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5" r:id="rId1"/>
  </p:sldMasterIdLst>
  <p:notesMasterIdLst>
    <p:notesMasterId r:id="rId19"/>
  </p:notesMasterIdLst>
  <p:sldIdLst>
    <p:sldId id="256" r:id="rId2"/>
    <p:sldId id="268" r:id="rId3"/>
    <p:sldId id="259" r:id="rId4"/>
    <p:sldId id="266" r:id="rId5"/>
    <p:sldId id="273" r:id="rId6"/>
    <p:sldId id="347" r:id="rId7"/>
    <p:sldId id="260" r:id="rId8"/>
    <p:sldId id="285" r:id="rId9"/>
    <p:sldId id="348" r:id="rId10"/>
    <p:sldId id="349" r:id="rId11"/>
    <p:sldId id="350" r:id="rId12"/>
    <p:sldId id="351" r:id="rId13"/>
    <p:sldId id="352" r:id="rId14"/>
    <p:sldId id="272" r:id="rId15"/>
    <p:sldId id="353" r:id="rId16"/>
    <p:sldId id="287" r:id="rId17"/>
    <p:sldId id="304" r:id="rId18"/>
  </p:sldIdLst>
  <p:sldSz cx="9144000" cy="5143500" type="screen16x9"/>
  <p:notesSz cx="6858000" cy="9144000"/>
  <p:embeddedFontLst>
    <p:embeddedFont>
      <p:font typeface="Archivo Black" panose="020B0604020202020204" charset="0"/>
      <p:regular r:id="rId20"/>
    </p:embeddedFont>
    <p:embeddedFont>
      <p:font typeface="Barlow" panose="00000500000000000000" pitchFamily="2" charset="0"/>
      <p:regular r:id="rId21"/>
      <p:bold r:id="rId22"/>
      <p:italic r:id="rId23"/>
      <p:boldItalic r:id="rId24"/>
    </p:embeddedFont>
    <p:embeddedFont>
      <p:font typeface="Bebas Neue" panose="020B0606020202050201" pitchFamily="34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CB1751-42E0-4236-BC8C-B40B67F1DDC8}">
  <a:tblStyle styleId="{DECB1751-42E0-4236-BC8C-B40B67F1DDC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46" name="Google Shape;26446;g11dddbceb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47" name="Google Shape;26447;g11dddbceb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9" name="Google Shape;27709;g1389d2e35b7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10" name="Google Shape;27710;g1389d2e35b7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8" name="Google Shape;26998;g148f93d69c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99" name="Google Shape;26999;g148f93d69c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83" name="Google Shape;27683;g148f93d69c6_0_9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84" name="Google Shape;27684;g148f93d69c6_0_96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7" name="Google Shape;27807;gfe64edf2e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08" name="Google Shape;27808;gfe64edf2e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08">
          <a:extLst>
            <a:ext uri="{FF2B5EF4-FFF2-40B4-BE49-F238E27FC236}">
              <a16:creationId xmlns:a16="http://schemas.microsoft.com/office/drawing/2014/main" id="{21410FCD-D82B-7456-3718-D8E354100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9" name="Google Shape;27709;g1389d2e35b7_1_35:notes">
            <a:extLst>
              <a:ext uri="{FF2B5EF4-FFF2-40B4-BE49-F238E27FC236}">
                <a16:creationId xmlns:a16="http://schemas.microsoft.com/office/drawing/2014/main" id="{27867E1B-3C08-8D8A-C472-2696069DEB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10" name="Google Shape;27710;g1389d2e35b7_1_35:notes">
            <a:extLst>
              <a:ext uri="{FF2B5EF4-FFF2-40B4-BE49-F238E27FC236}">
                <a16:creationId xmlns:a16="http://schemas.microsoft.com/office/drawing/2014/main" id="{4D3F9139-12D8-439D-28DF-5FBD624336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8141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23" name="Google Shape;27023;gd362d286f3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24" name="Google Shape;27024;gd362d286f3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73" name="Google Shape;27973;g148f93d69c6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74" name="Google Shape;27974;g148f93d69c6_3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97">
          <a:extLst>
            <a:ext uri="{FF2B5EF4-FFF2-40B4-BE49-F238E27FC236}">
              <a16:creationId xmlns:a16="http://schemas.microsoft.com/office/drawing/2014/main" id="{8D32BCC4-3068-5E90-5846-56DF53399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8" name="Google Shape;26998;g148f93d69c6_0_0:notes">
            <a:extLst>
              <a:ext uri="{FF2B5EF4-FFF2-40B4-BE49-F238E27FC236}">
                <a16:creationId xmlns:a16="http://schemas.microsoft.com/office/drawing/2014/main" id="{03F10580-4BFE-0192-EB41-4138C78CD2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99" name="Google Shape;26999;g148f93d69c6_0_0:notes">
            <a:extLst>
              <a:ext uri="{FF2B5EF4-FFF2-40B4-BE49-F238E27FC236}">
                <a16:creationId xmlns:a16="http://schemas.microsoft.com/office/drawing/2014/main" id="{C4B77EFB-1F0F-1DD3-D9A7-90DA3DD9C1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69191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06">
          <a:extLst>
            <a:ext uri="{FF2B5EF4-FFF2-40B4-BE49-F238E27FC236}">
              <a16:creationId xmlns:a16="http://schemas.microsoft.com/office/drawing/2014/main" id="{0CBFC35E-A45A-5078-9AA3-4D835CFFB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7" name="Google Shape;27807;gfe64edf2e1_0_1:notes">
            <a:extLst>
              <a:ext uri="{FF2B5EF4-FFF2-40B4-BE49-F238E27FC236}">
                <a16:creationId xmlns:a16="http://schemas.microsoft.com/office/drawing/2014/main" id="{3577FB89-ABB2-048B-58A5-980B4D44B5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08" name="Google Shape;27808;gfe64edf2e1_0_1:notes">
            <a:extLst>
              <a:ext uri="{FF2B5EF4-FFF2-40B4-BE49-F238E27FC236}">
                <a16:creationId xmlns:a16="http://schemas.microsoft.com/office/drawing/2014/main" id="{729E2AE9-0B4C-903D-F86F-C3BE32405A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9485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08">
          <a:extLst>
            <a:ext uri="{FF2B5EF4-FFF2-40B4-BE49-F238E27FC236}">
              <a16:creationId xmlns:a16="http://schemas.microsoft.com/office/drawing/2014/main" id="{EC3D5D37-9B08-4D3A-CB48-14A151BA6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9" name="Google Shape;27709;g1389d2e35b7_1_35:notes">
            <a:extLst>
              <a:ext uri="{FF2B5EF4-FFF2-40B4-BE49-F238E27FC236}">
                <a16:creationId xmlns:a16="http://schemas.microsoft.com/office/drawing/2014/main" id="{D621C957-A58A-9258-CF7B-7B074C4A4C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10" name="Google Shape;27710;g1389d2e35b7_1_35:notes">
            <a:extLst>
              <a:ext uri="{FF2B5EF4-FFF2-40B4-BE49-F238E27FC236}">
                <a16:creationId xmlns:a16="http://schemas.microsoft.com/office/drawing/2014/main" id="{44D40814-2224-CD30-A013-2485E183CD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11701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08">
          <a:extLst>
            <a:ext uri="{FF2B5EF4-FFF2-40B4-BE49-F238E27FC236}">
              <a16:creationId xmlns:a16="http://schemas.microsoft.com/office/drawing/2014/main" id="{19FAEA14-B385-C58E-D163-EAC1C7F26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9" name="Google Shape;27709;g1389d2e35b7_1_35:notes">
            <a:extLst>
              <a:ext uri="{FF2B5EF4-FFF2-40B4-BE49-F238E27FC236}">
                <a16:creationId xmlns:a16="http://schemas.microsoft.com/office/drawing/2014/main" id="{2DD95BC2-48C8-B417-5582-48AAC155A1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10" name="Google Shape;27710;g1389d2e35b7_1_35:notes">
            <a:extLst>
              <a:ext uri="{FF2B5EF4-FFF2-40B4-BE49-F238E27FC236}">
                <a16:creationId xmlns:a16="http://schemas.microsoft.com/office/drawing/2014/main" id="{7E56214A-E86E-5505-DD52-8E2F89D25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3606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38">
          <a:extLst>
            <a:ext uri="{FF2B5EF4-FFF2-40B4-BE49-F238E27FC236}">
              <a16:creationId xmlns:a16="http://schemas.microsoft.com/office/drawing/2014/main" id="{AB0BFD7C-9AC9-7C80-F676-A19000FAF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39" name="Google Shape;27739;g148f93d69c6_0_9779:notes">
            <a:extLst>
              <a:ext uri="{FF2B5EF4-FFF2-40B4-BE49-F238E27FC236}">
                <a16:creationId xmlns:a16="http://schemas.microsoft.com/office/drawing/2014/main" id="{29EA3248-9441-2BE8-4490-F391B34890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40" name="Google Shape;27740;g148f93d69c6_0_9779:notes">
            <a:extLst>
              <a:ext uri="{FF2B5EF4-FFF2-40B4-BE49-F238E27FC236}">
                <a16:creationId xmlns:a16="http://schemas.microsoft.com/office/drawing/2014/main" id="{CBF6485E-3778-1A21-DEAF-AEDD7B6C26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79976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90" name="Google Shape;27790;g148f93d69c6_0_9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91" name="Google Shape;27791;g148f93d69c6_0_9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08">
          <a:extLst>
            <a:ext uri="{FF2B5EF4-FFF2-40B4-BE49-F238E27FC236}">
              <a16:creationId xmlns:a16="http://schemas.microsoft.com/office/drawing/2014/main" id="{9D5B86BC-1B26-5D8E-AB9E-DC8143DCD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9" name="Google Shape;27709;g1389d2e35b7_1_35:notes">
            <a:extLst>
              <a:ext uri="{FF2B5EF4-FFF2-40B4-BE49-F238E27FC236}">
                <a16:creationId xmlns:a16="http://schemas.microsoft.com/office/drawing/2014/main" id="{91F39470-3F45-2AA3-067B-3D8E6187C7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10" name="Google Shape;27710;g1389d2e35b7_1_35:notes">
            <a:extLst>
              <a:ext uri="{FF2B5EF4-FFF2-40B4-BE49-F238E27FC236}">
                <a16:creationId xmlns:a16="http://schemas.microsoft.com/office/drawing/2014/main" id="{653F9A53-B238-DA3D-00C4-E2214E6F1C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80887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5" name="Google Shape;28015;g11dd574468b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16" name="Google Shape;28016;g11dd574468b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30" name="Google Shape;28330;gd362d286f3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31" name="Google Shape;28331;gd362d286f3_1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962688" y="1707375"/>
            <a:ext cx="5218500" cy="1738800"/>
          </a:xfrm>
          <a:prstGeom prst="rect">
            <a:avLst/>
          </a:prstGeom>
          <a:noFill/>
        </p:spPr>
        <p:txBody>
          <a:bodyPr spcFirstLastPara="1" wrap="square" lIns="91425" tIns="64000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5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92525" y="3694918"/>
            <a:ext cx="4359000" cy="409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6"/>
          <p:cNvSpPr txBox="1">
            <a:spLocks noGrp="1"/>
          </p:cNvSpPr>
          <p:nvPr>
            <p:ph type="title"/>
          </p:nvPr>
        </p:nvSpPr>
        <p:spPr>
          <a:xfrm>
            <a:off x="720100" y="368725"/>
            <a:ext cx="7704000" cy="576000"/>
          </a:xfrm>
          <a:prstGeom prst="rect">
            <a:avLst/>
          </a:prstGeom>
          <a:noFill/>
        </p:spPr>
        <p:txBody>
          <a:bodyPr spcFirstLastPara="1" wrap="square" lIns="91425" tIns="6400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178" name="Google Shape;1178;p6"/>
          <p:cNvGrpSpPr/>
          <p:nvPr/>
        </p:nvGrpSpPr>
        <p:grpSpPr>
          <a:xfrm>
            <a:off x="313503" y="376409"/>
            <a:ext cx="8516819" cy="562035"/>
            <a:chOff x="313503" y="376409"/>
            <a:chExt cx="8516819" cy="562035"/>
          </a:xfrm>
        </p:grpSpPr>
        <p:sp>
          <p:nvSpPr>
            <p:cNvPr id="1179" name="Google Shape;1179;p6"/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6"/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6"/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6"/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6"/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6"/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6"/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6"/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6"/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6"/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6"/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6"/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6"/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6"/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6"/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6"/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6"/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6"/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6"/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6"/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6"/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6"/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6"/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6"/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6"/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6"/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6"/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6"/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6"/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6"/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6"/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6"/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6"/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6"/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6"/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6"/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6"/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6"/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6"/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6"/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6"/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6"/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6"/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6"/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6"/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6"/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6"/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6"/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1" name="Google Shape;1281;p8"/>
          <p:cNvGrpSpPr/>
          <p:nvPr/>
        </p:nvGrpSpPr>
        <p:grpSpPr>
          <a:xfrm>
            <a:off x="313503" y="540001"/>
            <a:ext cx="8516808" cy="4063556"/>
            <a:chOff x="109200" y="76206"/>
            <a:chExt cx="8925600" cy="4258600"/>
          </a:xfrm>
        </p:grpSpPr>
        <p:grpSp>
          <p:nvGrpSpPr>
            <p:cNvPr id="1282" name="Google Shape;1282;p8"/>
            <p:cNvGrpSpPr/>
            <p:nvPr/>
          </p:nvGrpSpPr>
          <p:grpSpPr>
            <a:xfrm>
              <a:off x="109200" y="76206"/>
              <a:ext cx="8925600" cy="33000"/>
              <a:chOff x="76200" y="76206"/>
              <a:chExt cx="8925600" cy="33000"/>
            </a:xfrm>
          </p:grpSpPr>
          <p:sp>
            <p:nvSpPr>
              <p:cNvPr id="1283" name="Google Shape;1283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5" name="Google Shape;1355;p8"/>
            <p:cNvGrpSpPr/>
            <p:nvPr/>
          </p:nvGrpSpPr>
          <p:grpSpPr>
            <a:xfrm>
              <a:off x="109200" y="187406"/>
              <a:ext cx="8925600" cy="33000"/>
              <a:chOff x="76200" y="76206"/>
              <a:chExt cx="8925600" cy="33000"/>
            </a:xfrm>
          </p:grpSpPr>
          <p:sp>
            <p:nvSpPr>
              <p:cNvPr id="1356" name="Google Shape;1356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8"/>
            <p:cNvGrpSpPr/>
            <p:nvPr/>
          </p:nvGrpSpPr>
          <p:grpSpPr>
            <a:xfrm>
              <a:off x="109200" y="298606"/>
              <a:ext cx="8925600" cy="33000"/>
              <a:chOff x="76200" y="76206"/>
              <a:chExt cx="8925600" cy="33000"/>
            </a:xfrm>
          </p:grpSpPr>
          <p:sp>
            <p:nvSpPr>
              <p:cNvPr id="1429" name="Google Shape;1429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8"/>
            <p:cNvGrpSpPr/>
            <p:nvPr/>
          </p:nvGrpSpPr>
          <p:grpSpPr>
            <a:xfrm>
              <a:off x="109200" y="409806"/>
              <a:ext cx="8925600" cy="33000"/>
              <a:chOff x="76200" y="76206"/>
              <a:chExt cx="8925600" cy="33000"/>
            </a:xfrm>
          </p:grpSpPr>
          <p:sp>
            <p:nvSpPr>
              <p:cNvPr id="1502" name="Google Shape;1502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4" name="Google Shape;1574;p8"/>
            <p:cNvGrpSpPr/>
            <p:nvPr/>
          </p:nvGrpSpPr>
          <p:grpSpPr>
            <a:xfrm>
              <a:off x="109200" y="521006"/>
              <a:ext cx="8925600" cy="33000"/>
              <a:chOff x="76200" y="76206"/>
              <a:chExt cx="8925600" cy="33000"/>
            </a:xfrm>
          </p:grpSpPr>
          <p:sp>
            <p:nvSpPr>
              <p:cNvPr id="1575" name="Google Shape;1575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47" name="Google Shape;1647;p8"/>
            <p:cNvGrpSpPr/>
            <p:nvPr/>
          </p:nvGrpSpPr>
          <p:grpSpPr>
            <a:xfrm>
              <a:off x="109200" y="632206"/>
              <a:ext cx="8925600" cy="33000"/>
              <a:chOff x="76200" y="76206"/>
              <a:chExt cx="8925600" cy="33000"/>
            </a:xfrm>
          </p:grpSpPr>
          <p:sp>
            <p:nvSpPr>
              <p:cNvPr id="1648" name="Google Shape;1648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20" name="Google Shape;1720;p8"/>
            <p:cNvGrpSpPr/>
            <p:nvPr/>
          </p:nvGrpSpPr>
          <p:grpSpPr>
            <a:xfrm>
              <a:off x="109200" y="743406"/>
              <a:ext cx="8925600" cy="33000"/>
              <a:chOff x="76200" y="76206"/>
              <a:chExt cx="8925600" cy="33000"/>
            </a:xfrm>
          </p:grpSpPr>
          <p:sp>
            <p:nvSpPr>
              <p:cNvPr id="1721" name="Google Shape;1721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3" name="Google Shape;1793;p8"/>
            <p:cNvGrpSpPr/>
            <p:nvPr/>
          </p:nvGrpSpPr>
          <p:grpSpPr>
            <a:xfrm>
              <a:off x="109200" y="854606"/>
              <a:ext cx="8925600" cy="33000"/>
              <a:chOff x="76200" y="76206"/>
              <a:chExt cx="8925600" cy="33000"/>
            </a:xfrm>
          </p:grpSpPr>
          <p:sp>
            <p:nvSpPr>
              <p:cNvPr id="1794" name="Google Shape;1794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66" name="Google Shape;1866;p8"/>
            <p:cNvGrpSpPr/>
            <p:nvPr/>
          </p:nvGrpSpPr>
          <p:grpSpPr>
            <a:xfrm>
              <a:off x="109200" y="965806"/>
              <a:ext cx="8925600" cy="33000"/>
              <a:chOff x="76200" y="76206"/>
              <a:chExt cx="8925600" cy="33000"/>
            </a:xfrm>
          </p:grpSpPr>
          <p:sp>
            <p:nvSpPr>
              <p:cNvPr id="1867" name="Google Shape;1867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39" name="Google Shape;1939;p8"/>
            <p:cNvGrpSpPr/>
            <p:nvPr/>
          </p:nvGrpSpPr>
          <p:grpSpPr>
            <a:xfrm>
              <a:off x="109200" y="1077006"/>
              <a:ext cx="8925600" cy="33000"/>
              <a:chOff x="76200" y="76206"/>
              <a:chExt cx="8925600" cy="33000"/>
            </a:xfrm>
          </p:grpSpPr>
          <p:sp>
            <p:nvSpPr>
              <p:cNvPr id="1940" name="Google Shape;1940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12" name="Google Shape;2012;p8"/>
            <p:cNvGrpSpPr/>
            <p:nvPr/>
          </p:nvGrpSpPr>
          <p:grpSpPr>
            <a:xfrm>
              <a:off x="109200" y="1188206"/>
              <a:ext cx="8925600" cy="33000"/>
              <a:chOff x="76200" y="76206"/>
              <a:chExt cx="8925600" cy="33000"/>
            </a:xfrm>
          </p:grpSpPr>
          <p:sp>
            <p:nvSpPr>
              <p:cNvPr id="2013" name="Google Shape;2013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5" name="Google Shape;2085;p8"/>
            <p:cNvGrpSpPr/>
            <p:nvPr/>
          </p:nvGrpSpPr>
          <p:grpSpPr>
            <a:xfrm>
              <a:off x="109200" y="1299406"/>
              <a:ext cx="8925600" cy="33000"/>
              <a:chOff x="76200" y="76206"/>
              <a:chExt cx="8925600" cy="33000"/>
            </a:xfrm>
          </p:grpSpPr>
          <p:sp>
            <p:nvSpPr>
              <p:cNvPr id="2086" name="Google Shape;2086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2153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8" name="Google Shape;2158;p8"/>
            <p:cNvGrpSpPr/>
            <p:nvPr/>
          </p:nvGrpSpPr>
          <p:grpSpPr>
            <a:xfrm>
              <a:off x="109200" y="1410606"/>
              <a:ext cx="8925600" cy="33000"/>
              <a:chOff x="76200" y="76206"/>
              <a:chExt cx="8925600" cy="33000"/>
            </a:xfrm>
          </p:grpSpPr>
          <p:sp>
            <p:nvSpPr>
              <p:cNvPr id="2159" name="Google Shape;2159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2160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2161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2162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Google Shape;2164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Google Shape;2165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Google Shape;2166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2168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Google Shape;2222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Google Shape;2223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Google Shape;2224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2225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2226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2227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1" name="Google Shape;2231;p8"/>
            <p:cNvGrpSpPr/>
            <p:nvPr/>
          </p:nvGrpSpPr>
          <p:grpSpPr>
            <a:xfrm>
              <a:off x="109200" y="1521806"/>
              <a:ext cx="8925600" cy="33000"/>
              <a:chOff x="76200" y="76206"/>
              <a:chExt cx="8925600" cy="33000"/>
            </a:xfrm>
          </p:grpSpPr>
          <p:sp>
            <p:nvSpPr>
              <p:cNvPr id="2232" name="Google Shape;2232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240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241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242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2243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2244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2245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Google Shape;2246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Google Shape;2247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Google Shape;2248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Google Shape;2249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Google Shape;2250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Google Shape;2251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Google Shape;2252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253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254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255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256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258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259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Google Shape;2260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Google Shape;2261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Google Shape;2262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Google Shape;2263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Google Shape;2264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Google Shape;2265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Google Shape;2266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Google Shape;2267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Google Shape;2268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Google Shape;2270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Google Shape;2271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Google Shape;2272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Google Shape;2273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Google Shape;2279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Google Shape;2280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Google Shape;2281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Google Shape;2282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Google Shape;2283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Google Shape;2284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Google Shape;2286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Google Shape;2287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Google Shape;2289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Google Shape;2290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Google Shape;2291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Google Shape;2292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Google Shape;2293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294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Google Shape;2295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Google Shape;2296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Google Shape;2297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Google Shape;2298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Google Shape;2299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Google Shape;2300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01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02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03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04" name="Google Shape;2304;p8"/>
            <p:cNvGrpSpPr/>
            <p:nvPr/>
          </p:nvGrpSpPr>
          <p:grpSpPr>
            <a:xfrm>
              <a:off x="109200" y="1633006"/>
              <a:ext cx="8925600" cy="33000"/>
              <a:chOff x="76200" y="76206"/>
              <a:chExt cx="8925600" cy="33000"/>
            </a:xfrm>
          </p:grpSpPr>
          <p:sp>
            <p:nvSpPr>
              <p:cNvPr id="2305" name="Google Shape;2305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Google Shape;2306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Google Shape;2307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Google Shape;2308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Google Shape;2309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Google Shape;2310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Google Shape;2311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Google Shape;2313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Google Shape;2314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Google Shape;2316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Google Shape;2317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Google Shape;2319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Google Shape;2320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Google Shape;2323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Google Shape;2324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Google Shape;2325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Google Shape;2326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Google Shape;2327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Google Shape;2328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Google Shape;2329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Google Shape;2330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Google Shape;2331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Google Shape;2332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Google Shape;2336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Google Shape;2338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Google Shape;2344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2347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2354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2367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Google Shape;2369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Google Shape;2370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Google Shape;2372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Google Shape;2373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77" name="Google Shape;2377;p8"/>
            <p:cNvGrpSpPr/>
            <p:nvPr/>
          </p:nvGrpSpPr>
          <p:grpSpPr>
            <a:xfrm>
              <a:off x="109200" y="1744206"/>
              <a:ext cx="8925600" cy="33000"/>
              <a:chOff x="76200" y="76206"/>
              <a:chExt cx="8925600" cy="33000"/>
            </a:xfrm>
          </p:grpSpPr>
          <p:sp>
            <p:nvSpPr>
              <p:cNvPr id="2378" name="Google Shape;2378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Google Shape;2379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Google Shape;2380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Google Shape;2381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Google Shape;2382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Google Shape;2392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Google Shape;2393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Google Shape;2408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Google Shape;2409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Google Shape;2410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Google Shape;2411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Google Shape;2412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Google Shape;2413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Google Shape;2423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Google Shape;2424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Google Shape;2434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Google Shape;2435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Google Shape;2436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Google Shape;2437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Google Shape;2438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Google Shape;2439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Google Shape;2440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Google Shape;2441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Google Shape;2442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443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Google Shape;2444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Google Shape;2445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Google Shape;2446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Google Shape;2447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Google Shape;2448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Google Shape;2449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50" name="Google Shape;2450;p8"/>
            <p:cNvGrpSpPr/>
            <p:nvPr/>
          </p:nvGrpSpPr>
          <p:grpSpPr>
            <a:xfrm>
              <a:off x="109200" y="1855406"/>
              <a:ext cx="8925600" cy="33000"/>
              <a:chOff x="76200" y="76206"/>
              <a:chExt cx="8925600" cy="33000"/>
            </a:xfrm>
          </p:grpSpPr>
          <p:sp>
            <p:nvSpPr>
              <p:cNvPr id="2451" name="Google Shape;2451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Google Shape;2452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Google Shape;2453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Google Shape;2454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Google Shape;2455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Google Shape;2456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Google Shape;2457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Google Shape;2458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Google Shape;2459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Google Shape;2460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Google Shape;2461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Google Shape;2462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Google Shape;2463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Google Shape;2464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Google Shape;2465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Google Shape;2466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Google Shape;2467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Google Shape;2468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Google Shape;2469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Google Shape;2470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Google Shape;2471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Google Shape;2472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Google Shape;2473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Google Shape;2474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Google Shape;2475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Google Shape;2476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Google Shape;2477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Google Shape;2478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Google Shape;2479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Google Shape;2480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Google Shape;2481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Google Shape;2483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Google Shape;2484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Google Shape;2485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Google Shape;2486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Google Shape;2487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Google Shape;2488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Google Shape;2489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Google Shape;2490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Google Shape;2491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Google Shape;2492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Google Shape;2493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Google Shape;2494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Google Shape;2496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Google Shape;2497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Google Shape;2498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Google Shape;2501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Google Shape;2502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Google Shape;2513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Google Shape;2514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23" name="Google Shape;2523;p8"/>
            <p:cNvGrpSpPr/>
            <p:nvPr/>
          </p:nvGrpSpPr>
          <p:grpSpPr>
            <a:xfrm>
              <a:off x="109200" y="1966606"/>
              <a:ext cx="8925600" cy="33000"/>
              <a:chOff x="76200" y="76206"/>
              <a:chExt cx="8925600" cy="33000"/>
            </a:xfrm>
          </p:grpSpPr>
          <p:sp>
            <p:nvSpPr>
              <p:cNvPr id="2524" name="Google Shape;2524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Google Shape;2525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Google Shape;2526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Google Shape;2527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Google Shape;2528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Google Shape;2529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Google Shape;2530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Google Shape;2531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Google Shape;2532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Google Shape;2533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Google Shape;2534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Google Shape;2535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Google Shape;2536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Google Shape;2537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Google Shape;2538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Google Shape;2539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Google Shape;2540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Google Shape;2541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Google Shape;2542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Google Shape;2543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Google Shape;2544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Google Shape;2545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Google Shape;2546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Google Shape;2547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Google Shape;2548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2549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Google Shape;2550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Google Shape;2551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Google Shape;2552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Google Shape;2555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Google Shape;2556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561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Google Shape;2563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Google Shape;2564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Google Shape;2574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Google Shape;2575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Google Shape;2591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Google Shape;2592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Google Shape;2593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Google Shape;2594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Google Shape;2595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6" name="Google Shape;2596;p8"/>
            <p:cNvGrpSpPr/>
            <p:nvPr/>
          </p:nvGrpSpPr>
          <p:grpSpPr>
            <a:xfrm>
              <a:off x="109200" y="2077806"/>
              <a:ext cx="8925600" cy="33000"/>
              <a:chOff x="76200" y="76206"/>
              <a:chExt cx="8925600" cy="33000"/>
            </a:xfrm>
          </p:grpSpPr>
          <p:sp>
            <p:nvSpPr>
              <p:cNvPr id="2597" name="Google Shape;2597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Google Shape;2598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599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Google Shape;2600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Google Shape;2601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Google Shape;2604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606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Google Shape;2608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Google Shape;2609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Google Shape;2610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Google Shape;2611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Google Shape;2612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Google Shape;2613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Google Shape;2614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Google Shape;2615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628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631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641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Google Shape;2647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Google Shape;2648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69" name="Google Shape;2669;p8"/>
            <p:cNvGrpSpPr/>
            <p:nvPr/>
          </p:nvGrpSpPr>
          <p:grpSpPr>
            <a:xfrm>
              <a:off x="109200" y="2189006"/>
              <a:ext cx="8925600" cy="33000"/>
              <a:chOff x="76200" y="76206"/>
              <a:chExt cx="8925600" cy="33000"/>
            </a:xfrm>
          </p:grpSpPr>
          <p:sp>
            <p:nvSpPr>
              <p:cNvPr id="2670" name="Google Shape;2670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42" name="Google Shape;2742;p8"/>
            <p:cNvGrpSpPr/>
            <p:nvPr/>
          </p:nvGrpSpPr>
          <p:grpSpPr>
            <a:xfrm>
              <a:off x="109200" y="2300206"/>
              <a:ext cx="8925600" cy="33000"/>
              <a:chOff x="76200" y="76206"/>
              <a:chExt cx="8925600" cy="33000"/>
            </a:xfrm>
          </p:grpSpPr>
          <p:sp>
            <p:nvSpPr>
              <p:cNvPr id="2743" name="Google Shape;2743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2761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2770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2782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2783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Google Shape;2798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Google Shape;2799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5" name="Google Shape;2815;p8"/>
            <p:cNvGrpSpPr/>
            <p:nvPr/>
          </p:nvGrpSpPr>
          <p:grpSpPr>
            <a:xfrm>
              <a:off x="109200" y="2411406"/>
              <a:ext cx="8925600" cy="33000"/>
              <a:chOff x="76200" y="76206"/>
              <a:chExt cx="8925600" cy="33000"/>
            </a:xfrm>
          </p:grpSpPr>
          <p:sp>
            <p:nvSpPr>
              <p:cNvPr id="2816" name="Google Shape;2816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Google Shape;2821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Google Shape;2823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Google Shape;2824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Google Shape;2825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Google Shape;2826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Google Shape;2827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Google Shape;2828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Google Shape;2829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Google Shape;2830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Google Shape;2831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Google Shape;2832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Google Shape;2842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Google Shape;2850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Google Shape;2853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Google Shape;2854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Google Shape;2855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Google Shape;2856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Google Shape;2857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Google Shape;2858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Google Shape;2859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Google Shape;2860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Google Shape;2861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Google Shape;2862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Google Shape;2863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Google Shape;2864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Google Shape;2865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Google Shape;2866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Google Shape;2867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Google Shape;2868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Google Shape;2869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Google Shape;2870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Google Shape;2871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Google Shape;2872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Google Shape;2873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Google Shape;2874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Google Shape;2875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Google Shape;2876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Google Shape;2877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Google Shape;2878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Google Shape;2879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Google Shape;2880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Google Shape;2881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2882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Google Shape;2883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2886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2887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88" name="Google Shape;2888;p8"/>
            <p:cNvGrpSpPr/>
            <p:nvPr/>
          </p:nvGrpSpPr>
          <p:grpSpPr>
            <a:xfrm>
              <a:off x="109200" y="2522606"/>
              <a:ext cx="8925600" cy="33000"/>
              <a:chOff x="76200" y="76206"/>
              <a:chExt cx="8925600" cy="33000"/>
            </a:xfrm>
          </p:grpSpPr>
          <p:sp>
            <p:nvSpPr>
              <p:cNvPr id="2889" name="Google Shape;2889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Google Shape;2899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Google Shape;2900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Google Shape;2901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Google Shape;2902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Google Shape;2903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2905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Google Shape;2910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Google Shape;2913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Google Shape;2957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61" name="Google Shape;2961;p8"/>
            <p:cNvGrpSpPr/>
            <p:nvPr/>
          </p:nvGrpSpPr>
          <p:grpSpPr>
            <a:xfrm>
              <a:off x="109200" y="2633806"/>
              <a:ext cx="8925600" cy="33000"/>
              <a:chOff x="76200" y="76206"/>
              <a:chExt cx="8925600" cy="33000"/>
            </a:xfrm>
          </p:grpSpPr>
          <p:sp>
            <p:nvSpPr>
              <p:cNvPr id="2962" name="Google Shape;2962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Google Shape;2994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Google Shape;2996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Google Shape;2997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Google Shape;2998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Google Shape;3012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Google Shape;3013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Google Shape;3014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Google Shape;3015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Google Shape;3016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Google Shape;3017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Google Shape;3018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Google Shape;3019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Google Shape;3021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Google Shape;3022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Google Shape;3024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Google Shape;3025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Google Shape;3026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Google Shape;3027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Google Shape;3028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Google Shape;3029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Google Shape;3030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Google Shape;3031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Google Shape;3032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Google Shape;3033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34" name="Google Shape;3034;p8"/>
            <p:cNvGrpSpPr/>
            <p:nvPr/>
          </p:nvGrpSpPr>
          <p:grpSpPr>
            <a:xfrm>
              <a:off x="109200" y="2745006"/>
              <a:ext cx="8925600" cy="33000"/>
              <a:chOff x="76200" y="76206"/>
              <a:chExt cx="8925600" cy="33000"/>
            </a:xfrm>
          </p:grpSpPr>
          <p:sp>
            <p:nvSpPr>
              <p:cNvPr id="3035" name="Google Shape;3035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Google Shape;3036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Google Shape;3037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Google Shape;3038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Google Shape;3039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Google Shape;3040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Google Shape;3041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Google Shape;3042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Google Shape;3043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Google Shape;3044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Google Shape;3045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Google Shape;3046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Google Shape;3047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Google Shape;3048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Google Shape;3049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Google Shape;3050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Google Shape;3051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Google Shape;3052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Google Shape;3053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Google Shape;3054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Google Shape;3055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Google Shape;3056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Google Shape;3057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Google Shape;3058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Google Shape;3059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Google Shape;3060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Google Shape;3061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Google Shape;3062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Google Shape;3063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Google Shape;3064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Google Shape;3065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Google Shape;3066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Google Shape;3067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Google Shape;3068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Google Shape;3069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Google Shape;3070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Google Shape;3071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Google Shape;3072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Google Shape;3073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Google Shape;3074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Google Shape;3075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Google Shape;3076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Google Shape;3077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Google Shape;3078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079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Google Shape;3080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081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082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083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084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085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086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Google Shape;3087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Google Shape;3088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Google Shape;3089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Google Shape;3090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Google Shape;3091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Google Shape;3105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07" name="Google Shape;3107;p8"/>
            <p:cNvGrpSpPr/>
            <p:nvPr/>
          </p:nvGrpSpPr>
          <p:grpSpPr>
            <a:xfrm>
              <a:off x="109200" y="2856206"/>
              <a:ext cx="8925600" cy="33000"/>
              <a:chOff x="76200" y="76206"/>
              <a:chExt cx="8925600" cy="33000"/>
            </a:xfrm>
          </p:grpSpPr>
          <p:sp>
            <p:nvSpPr>
              <p:cNvPr id="3108" name="Google Shape;3108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Google Shape;3123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Google Shape;3124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Google Shape;3144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Google Shape;3148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Google Shape;3149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Google Shape;3150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Google Shape;3151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Google Shape;3152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Google Shape;3153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Google Shape;3154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Google Shape;3155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Google Shape;3156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Google Shape;3157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Google Shape;3158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Google Shape;3159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Google Shape;3160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Google Shape;3161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Google Shape;3162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Google Shape;3163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Google Shape;3164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Google Shape;3165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Google Shape;3166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Google Shape;3167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Google Shape;3168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Google Shape;3169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Google Shape;3170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Google Shape;3171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Google Shape;3172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Google Shape;3173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Google Shape;3174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Google Shape;3175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6" name="Google Shape;3176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7" name="Google Shape;3177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8" name="Google Shape;3178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9" name="Google Shape;3179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80" name="Google Shape;3180;p8"/>
            <p:cNvGrpSpPr/>
            <p:nvPr/>
          </p:nvGrpSpPr>
          <p:grpSpPr>
            <a:xfrm>
              <a:off x="109200" y="2967406"/>
              <a:ext cx="8925600" cy="33000"/>
              <a:chOff x="76200" y="76206"/>
              <a:chExt cx="8925600" cy="33000"/>
            </a:xfrm>
          </p:grpSpPr>
          <p:sp>
            <p:nvSpPr>
              <p:cNvPr id="3181" name="Google Shape;3181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2" name="Google Shape;3182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3" name="Google Shape;3183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4" name="Google Shape;3184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5" name="Google Shape;3185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6" name="Google Shape;3186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7" name="Google Shape;3187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8" name="Google Shape;3188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9" name="Google Shape;3189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0" name="Google Shape;3190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1" name="Google Shape;3191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2" name="Google Shape;3192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3" name="Google Shape;3193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4" name="Google Shape;3194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5" name="Google Shape;3195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6" name="Google Shape;3196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7" name="Google Shape;3197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8" name="Google Shape;3198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9" name="Google Shape;3199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0" name="Google Shape;3200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1" name="Google Shape;3201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2" name="Google Shape;3202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3" name="Google Shape;3203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4" name="Google Shape;3204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5" name="Google Shape;3205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6" name="Google Shape;3206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7" name="Google Shape;3207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8" name="Google Shape;3208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9" name="Google Shape;3209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0" name="Google Shape;3210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1" name="Google Shape;3211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2" name="Google Shape;3212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3" name="Google Shape;3213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4" name="Google Shape;3214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5" name="Google Shape;3215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6" name="Google Shape;3216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7" name="Google Shape;3217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8" name="Google Shape;3218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9" name="Google Shape;3219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0" name="Google Shape;3220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1" name="Google Shape;3221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2" name="Google Shape;3222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3" name="Google Shape;3223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4" name="Google Shape;3224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5" name="Google Shape;3225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6" name="Google Shape;3226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7" name="Google Shape;3227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8" name="Google Shape;3228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9" name="Google Shape;3229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0" name="Google Shape;3230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1" name="Google Shape;3231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2" name="Google Shape;3232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3" name="Google Shape;3233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4" name="Google Shape;3234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5" name="Google Shape;3235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6" name="Google Shape;3236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7" name="Google Shape;3237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8" name="Google Shape;3238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9" name="Google Shape;3239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0" name="Google Shape;3240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1" name="Google Shape;3241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2" name="Google Shape;3242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3" name="Google Shape;3243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4" name="Google Shape;3244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5" name="Google Shape;3245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6" name="Google Shape;3246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7" name="Google Shape;3247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8" name="Google Shape;3248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9" name="Google Shape;3249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0" name="Google Shape;3250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1" name="Google Shape;3251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2" name="Google Shape;3252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53" name="Google Shape;3253;p8"/>
            <p:cNvGrpSpPr/>
            <p:nvPr/>
          </p:nvGrpSpPr>
          <p:grpSpPr>
            <a:xfrm>
              <a:off x="109200" y="3078606"/>
              <a:ext cx="8925600" cy="33000"/>
              <a:chOff x="76200" y="76206"/>
              <a:chExt cx="8925600" cy="33000"/>
            </a:xfrm>
          </p:grpSpPr>
          <p:sp>
            <p:nvSpPr>
              <p:cNvPr id="3254" name="Google Shape;3254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5" name="Google Shape;3255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6" name="Google Shape;3256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7" name="Google Shape;3257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8" name="Google Shape;3258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9" name="Google Shape;3259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0" name="Google Shape;3260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1" name="Google Shape;3261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2" name="Google Shape;3262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3" name="Google Shape;3263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4" name="Google Shape;3264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5" name="Google Shape;3265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6" name="Google Shape;3266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7" name="Google Shape;3267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8" name="Google Shape;3268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9" name="Google Shape;3269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0" name="Google Shape;3270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1" name="Google Shape;3271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2" name="Google Shape;3272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3" name="Google Shape;3273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4" name="Google Shape;3274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5" name="Google Shape;3275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6" name="Google Shape;3276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7" name="Google Shape;3277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8" name="Google Shape;3278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9" name="Google Shape;3279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0" name="Google Shape;3280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1" name="Google Shape;3281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2" name="Google Shape;3282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3" name="Google Shape;3283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4" name="Google Shape;3284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5" name="Google Shape;3285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6" name="Google Shape;3286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7" name="Google Shape;3287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8" name="Google Shape;3288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9" name="Google Shape;3289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0" name="Google Shape;3290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1" name="Google Shape;3291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2" name="Google Shape;3292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3" name="Google Shape;3293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4" name="Google Shape;3294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5" name="Google Shape;3295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6" name="Google Shape;3296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7" name="Google Shape;3297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8" name="Google Shape;3298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9" name="Google Shape;3299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0" name="Google Shape;3300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1" name="Google Shape;3301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2" name="Google Shape;3302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3" name="Google Shape;3303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4" name="Google Shape;3304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5" name="Google Shape;3305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6" name="Google Shape;3306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7" name="Google Shape;3307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8" name="Google Shape;3308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9" name="Google Shape;3309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0" name="Google Shape;3310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1" name="Google Shape;3311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2" name="Google Shape;3312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3313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4" name="Google Shape;3314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5" name="Google Shape;3315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3316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7" name="Google Shape;3317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8" name="Google Shape;3318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9" name="Google Shape;3319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0" name="Google Shape;3320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1" name="Google Shape;3321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2" name="Google Shape;3322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3" name="Google Shape;3323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4" name="Google Shape;3324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5" name="Google Shape;3325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26" name="Google Shape;3326;p8"/>
            <p:cNvGrpSpPr/>
            <p:nvPr/>
          </p:nvGrpSpPr>
          <p:grpSpPr>
            <a:xfrm>
              <a:off x="109200" y="3189806"/>
              <a:ext cx="8925600" cy="33000"/>
              <a:chOff x="76200" y="76206"/>
              <a:chExt cx="8925600" cy="33000"/>
            </a:xfrm>
          </p:grpSpPr>
          <p:sp>
            <p:nvSpPr>
              <p:cNvPr id="3327" name="Google Shape;3327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8" name="Google Shape;3328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9" name="Google Shape;3329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0" name="Google Shape;3330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1" name="Google Shape;3331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2" name="Google Shape;3332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3" name="Google Shape;3333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9" name="Google Shape;3339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0" name="Google Shape;3340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1" name="Google Shape;3341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2" name="Google Shape;3342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3" name="Google Shape;3343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4" name="Google Shape;3344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5" name="Google Shape;3345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6" name="Google Shape;3346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7" name="Google Shape;3347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8" name="Google Shape;3348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9" name="Google Shape;3349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2" name="Google Shape;3352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6" name="Google Shape;3356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7" name="Google Shape;3357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8" name="Google Shape;3358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3" name="Google Shape;3373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4" name="Google Shape;3374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8" name="Google Shape;3378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9" name="Google Shape;3379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4" name="Google Shape;3394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5" name="Google Shape;3395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99" name="Google Shape;3399;p8"/>
            <p:cNvGrpSpPr/>
            <p:nvPr/>
          </p:nvGrpSpPr>
          <p:grpSpPr>
            <a:xfrm>
              <a:off x="109200" y="3301006"/>
              <a:ext cx="8925600" cy="33000"/>
              <a:chOff x="76200" y="76206"/>
              <a:chExt cx="8925600" cy="33000"/>
            </a:xfrm>
          </p:grpSpPr>
          <p:sp>
            <p:nvSpPr>
              <p:cNvPr id="3400" name="Google Shape;3400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1" name="Google Shape;3411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2" name="Google Shape;3412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9" name="Google Shape;3419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0" name="Google Shape;3420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5" name="Google Shape;3425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6" name="Google Shape;3426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9" name="Google Shape;3429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0" name="Google Shape;3430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1" name="Google Shape;3431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2" name="Google Shape;3432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3" name="Google Shape;3433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4" name="Google Shape;3434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5" name="Google Shape;3435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6" name="Google Shape;3436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8" name="Google Shape;3438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1" name="Google Shape;3441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2" name="Google Shape;3442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3" name="Google Shape;3443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4" name="Google Shape;3444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5" name="Google Shape;3445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6" name="Google Shape;3446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7" name="Google Shape;3447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8" name="Google Shape;3448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9" name="Google Shape;3449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0" name="Google Shape;3450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1" name="Google Shape;3451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2" name="Google Shape;3452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3" name="Google Shape;3453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4" name="Google Shape;3454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5" name="Google Shape;3455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6" name="Google Shape;3456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72" name="Google Shape;3472;p8"/>
            <p:cNvGrpSpPr/>
            <p:nvPr/>
          </p:nvGrpSpPr>
          <p:grpSpPr>
            <a:xfrm>
              <a:off x="109200" y="3412206"/>
              <a:ext cx="8925600" cy="33000"/>
              <a:chOff x="76200" y="76206"/>
              <a:chExt cx="8925600" cy="33000"/>
            </a:xfrm>
          </p:grpSpPr>
          <p:sp>
            <p:nvSpPr>
              <p:cNvPr id="3473" name="Google Shape;3473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2" name="Google Shape;3482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3" name="Google Shape;3483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4" name="Google Shape;3484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5" name="Google Shape;3485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6" name="Google Shape;3486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7" name="Google Shape;3487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8" name="Google Shape;3488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9" name="Google Shape;3489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0" name="Google Shape;3490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1" name="Google Shape;3491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2" name="Google Shape;3492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3" name="Google Shape;3493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4" name="Google Shape;3494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5" name="Google Shape;3495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6" name="Google Shape;3496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7" name="Google Shape;3497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8" name="Google Shape;3498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9" name="Google Shape;3499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0" name="Google Shape;3500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1" name="Google Shape;3501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2" name="Google Shape;3502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3" name="Google Shape;3503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4" name="Google Shape;3504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5" name="Google Shape;3505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6" name="Google Shape;3506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7" name="Google Shape;3507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8" name="Google Shape;3508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9" name="Google Shape;3509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0" name="Google Shape;3510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1" name="Google Shape;3511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2" name="Google Shape;3512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3" name="Google Shape;3513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4" name="Google Shape;3514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5" name="Google Shape;3515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6" name="Google Shape;3516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7" name="Google Shape;3517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8" name="Google Shape;3518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9" name="Google Shape;3519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0" name="Google Shape;3520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1" name="Google Shape;3521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2" name="Google Shape;3522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3" name="Google Shape;3523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4" name="Google Shape;3524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5" name="Google Shape;3525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6" name="Google Shape;3526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7" name="Google Shape;3527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8" name="Google Shape;3528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9" name="Google Shape;3529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0" name="Google Shape;3530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1" name="Google Shape;3531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2" name="Google Shape;3532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3" name="Google Shape;3533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4" name="Google Shape;3534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5" name="Google Shape;3535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6" name="Google Shape;3536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7" name="Google Shape;3537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8" name="Google Shape;3538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9" name="Google Shape;3539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0" name="Google Shape;3540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1" name="Google Shape;3541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2" name="Google Shape;3542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3" name="Google Shape;3543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4" name="Google Shape;3544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45" name="Google Shape;3545;p8"/>
            <p:cNvGrpSpPr/>
            <p:nvPr/>
          </p:nvGrpSpPr>
          <p:grpSpPr>
            <a:xfrm>
              <a:off x="109200" y="3523406"/>
              <a:ext cx="8925600" cy="33000"/>
              <a:chOff x="76200" y="76206"/>
              <a:chExt cx="8925600" cy="33000"/>
            </a:xfrm>
          </p:grpSpPr>
          <p:sp>
            <p:nvSpPr>
              <p:cNvPr id="3546" name="Google Shape;3546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7" name="Google Shape;3547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8" name="Google Shape;3548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9" name="Google Shape;3549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0" name="Google Shape;3550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1" name="Google Shape;3551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2" name="Google Shape;3552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3" name="Google Shape;3553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4" name="Google Shape;3554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5" name="Google Shape;3555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6" name="Google Shape;3556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7" name="Google Shape;3557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8" name="Google Shape;3558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9" name="Google Shape;3559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0" name="Google Shape;3560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1" name="Google Shape;3561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2" name="Google Shape;3562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3" name="Google Shape;3563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4" name="Google Shape;3564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5" name="Google Shape;3565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6" name="Google Shape;3566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7" name="Google Shape;3567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8" name="Google Shape;3568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9" name="Google Shape;3569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0" name="Google Shape;3570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1" name="Google Shape;3571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2" name="Google Shape;3572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3" name="Google Shape;3573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4" name="Google Shape;3574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5" name="Google Shape;3575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6" name="Google Shape;3576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7" name="Google Shape;3577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8" name="Google Shape;3578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9" name="Google Shape;3579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0" name="Google Shape;3580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1" name="Google Shape;3581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2" name="Google Shape;3582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3" name="Google Shape;3583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4" name="Google Shape;3584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5" name="Google Shape;3585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6" name="Google Shape;3586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7" name="Google Shape;3587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8" name="Google Shape;3588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9" name="Google Shape;3589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0" name="Google Shape;3590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1" name="Google Shape;3591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2" name="Google Shape;3592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3" name="Google Shape;3593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4" name="Google Shape;3594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5" name="Google Shape;3595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6" name="Google Shape;3596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7" name="Google Shape;3597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8" name="Google Shape;3598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9" name="Google Shape;3599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0" name="Google Shape;3600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1" name="Google Shape;3601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2" name="Google Shape;3602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3" name="Google Shape;3603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4" name="Google Shape;3604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5" name="Google Shape;3605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6" name="Google Shape;3606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7" name="Google Shape;3607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8" name="Google Shape;3608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9" name="Google Shape;3609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0" name="Google Shape;3610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1" name="Google Shape;3611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2" name="Google Shape;3612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3" name="Google Shape;3613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4" name="Google Shape;3614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5" name="Google Shape;3615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6" name="Google Shape;3616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7" name="Google Shape;3617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8" name="Google Shape;3618;p8"/>
            <p:cNvGrpSpPr/>
            <p:nvPr/>
          </p:nvGrpSpPr>
          <p:grpSpPr>
            <a:xfrm>
              <a:off x="109200" y="3634606"/>
              <a:ext cx="8925600" cy="33000"/>
              <a:chOff x="76200" y="76206"/>
              <a:chExt cx="8925600" cy="33000"/>
            </a:xfrm>
          </p:grpSpPr>
          <p:sp>
            <p:nvSpPr>
              <p:cNvPr id="3619" name="Google Shape;3619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0" name="Google Shape;3620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1" name="Google Shape;3621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2" name="Google Shape;3622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3" name="Google Shape;3623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4" name="Google Shape;3624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5" name="Google Shape;3625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6" name="Google Shape;3626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7" name="Google Shape;3627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8" name="Google Shape;3628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9" name="Google Shape;3629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0" name="Google Shape;3630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1" name="Google Shape;3631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2" name="Google Shape;3632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3" name="Google Shape;3633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4" name="Google Shape;3634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5" name="Google Shape;3635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6" name="Google Shape;3636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7" name="Google Shape;3637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8" name="Google Shape;3638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9" name="Google Shape;3639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0" name="Google Shape;3640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1" name="Google Shape;3641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2" name="Google Shape;3642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3" name="Google Shape;3643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4" name="Google Shape;3644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5" name="Google Shape;3645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6" name="Google Shape;3646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7" name="Google Shape;3647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8" name="Google Shape;3648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9" name="Google Shape;3649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0" name="Google Shape;3650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1" name="Google Shape;3651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2" name="Google Shape;3652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3" name="Google Shape;3653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4" name="Google Shape;3654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5" name="Google Shape;3655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6" name="Google Shape;3656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7" name="Google Shape;3657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8" name="Google Shape;3658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9" name="Google Shape;3659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0" name="Google Shape;3660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1" name="Google Shape;3661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2" name="Google Shape;3662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3" name="Google Shape;3663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4" name="Google Shape;3664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5" name="Google Shape;3665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6" name="Google Shape;3666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7" name="Google Shape;3667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8" name="Google Shape;3668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9" name="Google Shape;3669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0" name="Google Shape;3670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1" name="Google Shape;3671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2" name="Google Shape;3672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3" name="Google Shape;3673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4" name="Google Shape;3674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5" name="Google Shape;3675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6" name="Google Shape;3676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7" name="Google Shape;3677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8" name="Google Shape;3678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9" name="Google Shape;3679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0" name="Google Shape;3680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1" name="Google Shape;3681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2" name="Google Shape;3682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3" name="Google Shape;3683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4" name="Google Shape;3684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5" name="Google Shape;3685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6" name="Google Shape;3686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7" name="Google Shape;3687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8" name="Google Shape;3688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9" name="Google Shape;3689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0" name="Google Shape;3690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91" name="Google Shape;3691;p8"/>
            <p:cNvGrpSpPr/>
            <p:nvPr/>
          </p:nvGrpSpPr>
          <p:grpSpPr>
            <a:xfrm>
              <a:off x="109200" y="3745806"/>
              <a:ext cx="8925600" cy="33000"/>
              <a:chOff x="76200" y="76206"/>
              <a:chExt cx="8925600" cy="33000"/>
            </a:xfrm>
          </p:grpSpPr>
          <p:sp>
            <p:nvSpPr>
              <p:cNvPr id="3692" name="Google Shape;3692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3" name="Google Shape;3693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4" name="Google Shape;3694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5" name="Google Shape;3695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6" name="Google Shape;3696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7" name="Google Shape;3697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8" name="Google Shape;3698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9" name="Google Shape;3699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0" name="Google Shape;3700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1" name="Google Shape;3701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2" name="Google Shape;3702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3" name="Google Shape;3703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4" name="Google Shape;3704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5" name="Google Shape;3705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6" name="Google Shape;3706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7" name="Google Shape;3707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8" name="Google Shape;3708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9" name="Google Shape;3709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0" name="Google Shape;3710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1" name="Google Shape;3711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2" name="Google Shape;3712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3" name="Google Shape;3713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4" name="Google Shape;3714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5" name="Google Shape;3715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6" name="Google Shape;3716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7" name="Google Shape;3717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8" name="Google Shape;3718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9" name="Google Shape;3719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0" name="Google Shape;3720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1" name="Google Shape;3721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2" name="Google Shape;3722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3" name="Google Shape;3723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4" name="Google Shape;3724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5" name="Google Shape;3725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6" name="Google Shape;3726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7" name="Google Shape;3727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8" name="Google Shape;3728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9" name="Google Shape;3729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0" name="Google Shape;3730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1" name="Google Shape;3731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2" name="Google Shape;3732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3" name="Google Shape;3733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4" name="Google Shape;3734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5" name="Google Shape;3735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6" name="Google Shape;3736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7" name="Google Shape;3737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8" name="Google Shape;3738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9" name="Google Shape;3739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0" name="Google Shape;3740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1" name="Google Shape;3741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2" name="Google Shape;3742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3" name="Google Shape;3743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4" name="Google Shape;3744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5" name="Google Shape;3745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6" name="Google Shape;3746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7" name="Google Shape;3747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8" name="Google Shape;3748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9" name="Google Shape;3749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0" name="Google Shape;3750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1" name="Google Shape;3751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2" name="Google Shape;3752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3" name="Google Shape;3753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4" name="Google Shape;3754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5" name="Google Shape;3755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6" name="Google Shape;3756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7" name="Google Shape;3757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8" name="Google Shape;3758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9" name="Google Shape;3759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0" name="Google Shape;3760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1" name="Google Shape;3761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2" name="Google Shape;3762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3" name="Google Shape;3763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64" name="Google Shape;3764;p8"/>
            <p:cNvGrpSpPr/>
            <p:nvPr/>
          </p:nvGrpSpPr>
          <p:grpSpPr>
            <a:xfrm>
              <a:off x="109200" y="3857006"/>
              <a:ext cx="8925600" cy="33000"/>
              <a:chOff x="76200" y="76206"/>
              <a:chExt cx="8925600" cy="33000"/>
            </a:xfrm>
          </p:grpSpPr>
          <p:sp>
            <p:nvSpPr>
              <p:cNvPr id="3765" name="Google Shape;3765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6" name="Google Shape;3766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7" name="Google Shape;3767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8" name="Google Shape;3768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9" name="Google Shape;3769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0" name="Google Shape;3770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1" name="Google Shape;3771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2" name="Google Shape;3772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3" name="Google Shape;3773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4" name="Google Shape;3774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5" name="Google Shape;3775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6" name="Google Shape;3776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7" name="Google Shape;3777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8" name="Google Shape;3778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9" name="Google Shape;3779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0" name="Google Shape;3780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1" name="Google Shape;3781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2" name="Google Shape;3782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3" name="Google Shape;3783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4" name="Google Shape;3784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5" name="Google Shape;3785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6" name="Google Shape;3786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7" name="Google Shape;3787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8" name="Google Shape;3788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9" name="Google Shape;3789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0" name="Google Shape;3790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1" name="Google Shape;3791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2" name="Google Shape;3792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3" name="Google Shape;3793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4" name="Google Shape;3794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5" name="Google Shape;3795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6" name="Google Shape;3796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7" name="Google Shape;3797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8" name="Google Shape;3798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9" name="Google Shape;3799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0" name="Google Shape;3800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1" name="Google Shape;3801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2" name="Google Shape;3802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3" name="Google Shape;3803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4" name="Google Shape;3804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5" name="Google Shape;3805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6" name="Google Shape;3806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7" name="Google Shape;3807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8" name="Google Shape;3808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9" name="Google Shape;3809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0" name="Google Shape;3810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1" name="Google Shape;3811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2" name="Google Shape;3812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3" name="Google Shape;3813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4" name="Google Shape;3814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5" name="Google Shape;3815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6" name="Google Shape;3816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7" name="Google Shape;3817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8" name="Google Shape;3818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9" name="Google Shape;3819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0" name="Google Shape;3820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1" name="Google Shape;3821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2" name="Google Shape;3822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3" name="Google Shape;3823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4" name="Google Shape;3824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5" name="Google Shape;3825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6" name="Google Shape;3826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7" name="Google Shape;3827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8" name="Google Shape;3828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9" name="Google Shape;3829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0" name="Google Shape;3830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1" name="Google Shape;3831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2" name="Google Shape;3832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3" name="Google Shape;3833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4" name="Google Shape;3834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5" name="Google Shape;3835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6" name="Google Shape;3836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37" name="Google Shape;3837;p8"/>
            <p:cNvGrpSpPr/>
            <p:nvPr/>
          </p:nvGrpSpPr>
          <p:grpSpPr>
            <a:xfrm>
              <a:off x="109200" y="3968206"/>
              <a:ext cx="8925600" cy="33000"/>
              <a:chOff x="76200" y="76206"/>
              <a:chExt cx="8925600" cy="33000"/>
            </a:xfrm>
          </p:grpSpPr>
          <p:sp>
            <p:nvSpPr>
              <p:cNvPr id="3838" name="Google Shape;3838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9" name="Google Shape;3839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0" name="Google Shape;3840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1" name="Google Shape;3841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2" name="Google Shape;3842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3" name="Google Shape;3843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4" name="Google Shape;3844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5" name="Google Shape;3845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6" name="Google Shape;3846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7" name="Google Shape;3847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8" name="Google Shape;3848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9" name="Google Shape;3849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0" name="Google Shape;3850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1" name="Google Shape;3851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2" name="Google Shape;3852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3" name="Google Shape;3853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4" name="Google Shape;3854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5" name="Google Shape;3855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6" name="Google Shape;3856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7" name="Google Shape;3857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8" name="Google Shape;3858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9" name="Google Shape;3859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0" name="Google Shape;3860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1" name="Google Shape;3861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2" name="Google Shape;3862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3" name="Google Shape;3863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4" name="Google Shape;3864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5" name="Google Shape;3865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6" name="Google Shape;3866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7" name="Google Shape;3867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8" name="Google Shape;3868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9" name="Google Shape;3869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0" name="Google Shape;3870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1" name="Google Shape;3871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2" name="Google Shape;3872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3" name="Google Shape;3873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4" name="Google Shape;3874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5" name="Google Shape;3875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6" name="Google Shape;3876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7" name="Google Shape;3877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8" name="Google Shape;3878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9" name="Google Shape;3879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0" name="Google Shape;3880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1" name="Google Shape;3881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2" name="Google Shape;3882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3" name="Google Shape;3883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4" name="Google Shape;3884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5" name="Google Shape;3885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6" name="Google Shape;3886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7" name="Google Shape;3887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8" name="Google Shape;3888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9" name="Google Shape;3889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0" name="Google Shape;3890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1" name="Google Shape;3891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2" name="Google Shape;3892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3" name="Google Shape;3893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4" name="Google Shape;3894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5" name="Google Shape;3895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6" name="Google Shape;3896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7" name="Google Shape;3897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8" name="Google Shape;3898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9" name="Google Shape;3899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0" name="Google Shape;3900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1" name="Google Shape;3901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2" name="Google Shape;3902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3" name="Google Shape;3903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4" name="Google Shape;3904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5" name="Google Shape;3905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6" name="Google Shape;3906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7" name="Google Shape;3907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8" name="Google Shape;3908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9" name="Google Shape;3909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10" name="Google Shape;3910;p8"/>
            <p:cNvGrpSpPr/>
            <p:nvPr/>
          </p:nvGrpSpPr>
          <p:grpSpPr>
            <a:xfrm>
              <a:off x="109200" y="4079406"/>
              <a:ext cx="8925600" cy="33000"/>
              <a:chOff x="76200" y="76206"/>
              <a:chExt cx="8925600" cy="33000"/>
            </a:xfrm>
          </p:grpSpPr>
          <p:sp>
            <p:nvSpPr>
              <p:cNvPr id="3911" name="Google Shape;3911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2" name="Google Shape;3912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3" name="Google Shape;3913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4" name="Google Shape;3914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5" name="Google Shape;3915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6" name="Google Shape;3916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7" name="Google Shape;3917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8" name="Google Shape;3918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9" name="Google Shape;3919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0" name="Google Shape;3920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1" name="Google Shape;3921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2" name="Google Shape;3922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3" name="Google Shape;3923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4" name="Google Shape;3924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5" name="Google Shape;3925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6" name="Google Shape;3926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7" name="Google Shape;3927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8" name="Google Shape;3928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9" name="Google Shape;3929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0" name="Google Shape;3930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1" name="Google Shape;3931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2" name="Google Shape;3932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3" name="Google Shape;3933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4" name="Google Shape;3934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5" name="Google Shape;3935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6" name="Google Shape;3936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7" name="Google Shape;3937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8" name="Google Shape;3938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9" name="Google Shape;3939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0" name="Google Shape;3940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1" name="Google Shape;3941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2" name="Google Shape;3942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3" name="Google Shape;3943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4" name="Google Shape;3944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5" name="Google Shape;3945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6" name="Google Shape;3946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7" name="Google Shape;3947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8" name="Google Shape;3948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9" name="Google Shape;3949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0" name="Google Shape;3950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1" name="Google Shape;3951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2" name="Google Shape;3952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3" name="Google Shape;3953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4" name="Google Shape;3954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5" name="Google Shape;3955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6" name="Google Shape;3956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7" name="Google Shape;3957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8" name="Google Shape;3958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9" name="Google Shape;3959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0" name="Google Shape;3960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1" name="Google Shape;3961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2" name="Google Shape;3962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3" name="Google Shape;3963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4" name="Google Shape;3964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5" name="Google Shape;3965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6" name="Google Shape;3966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7" name="Google Shape;3967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8" name="Google Shape;3968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9" name="Google Shape;3969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0" name="Google Shape;3970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1" name="Google Shape;3971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2" name="Google Shape;3972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3" name="Google Shape;3973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4" name="Google Shape;3974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5" name="Google Shape;3975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6" name="Google Shape;3976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7" name="Google Shape;3977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8" name="Google Shape;3978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9" name="Google Shape;3979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0" name="Google Shape;3980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1" name="Google Shape;3981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2" name="Google Shape;3982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83" name="Google Shape;3983;p8"/>
            <p:cNvGrpSpPr/>
            <p:nvPr/>
          </p:nvGrpSpPr>
          <p:grpSpPr>
            <a:xfrm>
              <a:off x="109200" y="4190606"/>
              <a:ext cx="8925600" cy="33000"/>
              <a:chOff x="76200" y="76206"/>
              <a:chExt cx="8925600" cy="33000"/>
            </a:xfrm>
          </p:grpSpPr>
          <p:sp>
            <p:nvSpPr>
              <p:cNvPr id="3984" name="Google Shape;3984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5" name="Google Shape;3985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6" name="Google Shape;3986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7" name="Google Shape;3987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8" name="Google Shape;3988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9" name="Google Shape;3989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0" name="Google Shape;3990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1" name="Google Shape;3991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2" name="Google Shape;3992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3" name="Google Shape;3993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4" name="Google Shape;3994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5" name="Google Shape;3995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6" name="Google Shape;3996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7" name="Google Shape;3997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8" name="Google Shape;3998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9" name="Google Shape;3999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0" name="Google Shape;4000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1" name="Google Shape;4001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2" name="Google Shape;4002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3" name="Google Shape;4003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4" name="Google Shape;4004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5" name="Google Shape;4005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6" name="Google Shape;4006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7" name="Google Shape;4007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8" name="Google Shape;4008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9" name="Google Shape;4009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0" name="Google Shape;4010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1" name="Google Shape;4011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2" name="Google Shape;4012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3" name="Google Shape;4013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4" name="Google Shape;4014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5" name="Google Shape;4015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6" name="Google Shape;4016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7" name="Google Shape;4017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8" name="Google Shape;4018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9" name="Google Shape;4019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0" name="Google Shape;4020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1" name="Google Shape;4021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2" name="Google Shape;4022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3" name="Google Shape;4023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4" name="Google Shape;4024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5" name="Google Shape;4025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6" name="Google Shape;4026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7" name="Google Shape;4027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8" name="Google Shape;4028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9" name="Google Shape;4029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0" name="Google Shape;4030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1" name="Google Shape;4031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2" name="Google Shape;4032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3" name="Google Shape;4033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4" name="Google Shape;4034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5" name="Google Shape;4035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6" name="Google Shape;4036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7" name="Google Shape;4037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8" name="Google Shape;4038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9" name="Google Shape;4039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0" name="Google Shape;4040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1" name="Google Shape;4041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2" name="Google Shape;4042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3" name="Google Shape;4043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4" name="Google Shape;4044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5" name="Google Shape;4045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6" name="Google Shape;4046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7" name="Google Shape;4047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8" name="Google Shape;4048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9" name="Google Shape;4049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0" name="Google Shape;4050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1" name="Google Shape;4051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2" name="Google Shape;4052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3" name="Google Shape;4053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4" name="Google Shape;4054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5" name="Google Shape;4055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56" name="Google Shape;4056;p8"/>
            <p:cNvGrpSpPr/>
            <p:nvPr/>
          </p:nvGrpSpPr>
          <p:grpSpPr>
            <a:xfrm>
              <a:off x="109200" y="4301806"/>
              <a:ext cx="8925600" cy="33000"/>
              <a:chOff x="76200" y="76206"/>
              <a:chExt cx="8925600" cy="33000"/>
            </a:xfrm>
          </p:grpSpPr>
          <p:sp>
            <p:nvSpPr>
              <p:cNvPr id="4057" name="Google Shape;4057;p8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8" name="Google Shape;4058;p8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9" name="Google Shape;4059;p8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0" name="Google Shape;4060;p8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1" name="Google Shape;4061;p8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2" name="Google Shape;4062;p8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3" name="Google Shape;4063;p8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4" name="Google Shape;4064;p8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5" name="Google Shape;4065;p8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6" name="Google Shape;4066;p8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7" name="Google Shape;4067;p8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8" name="Google Shape;4068;p8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9" name="Google Shape;4069;p8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0" name="Google Shape;4070;p8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1" name="Google Shape;4071;p8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2" name="Google Shape;4072;p8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3" name="Google Shape;4073;p8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4" name="Google Shape;4074;p8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5" name="Google Shape;4075;p8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6" name="Google Shape;4076;p8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7" name="Google Shape;4077;p8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8" name="Google Shape;4078;p8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9" name="Google Shape;4079;p8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0" name="Google Shape;4080;p8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1" name="Google Shape;4081;p8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2" name="Google Shape;4082;p8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3" name="Google Shape;4083;p8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4" name="Google Shape;4084;p8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5" name="Google Shape;4085;p8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6" name="Google Shape;4086;p8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7" name="Google Shape;4087;p8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8" name="Google Shape;4088;p8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9" name="Google Shape;4089;p8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0" name="Google Shape;4090;p8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1" name="Google Shape;4091;p8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2" name="Google Shape;4092;p8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3" name="Google Shape;4093;p8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4" name="Google Shape;4094;p8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5" name="Google Shape;4095;p8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6" name="Google Shape;4096;p8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7" name="Google Shape;4097;p8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8" name="Google Shape;4098;p8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9" name="Google Shape;4099;p8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0" name="Google Shape;4100;p8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1" name="Google Shape;4101;p8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2" name="Google Shape;4102;p8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3" name="Google Shape;4103;p8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4" name="Google Shape;4104;p8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5" name="Google Shape;4105;p8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6" name="Google Shape;4106;p8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7" name="Google Shape;4107;p8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8" name="Google Shape;4108;p8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9" name="Google Shape;4109;p8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0" name="Google Shape;4110;p8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1" name="Google Shape;4111;p8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2" name="Google Shape;4112;p8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3" name="Google Shape;4113;p8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4" name="Google Shape;4114;p8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5" name="Google Shape;4115;p8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6" name="Google Shape;4116;p8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7" name="Google Shape;4117;p8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8" name="Google Shape;4118;p8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9" name="Google Shape;4119;p8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4120;p8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1" name="Google Shape;4121;p8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4122;p8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3" name="Google Shape;4123;p8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4" name="Google Shape;4124;p8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5" name="Google Shape;4125;p8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6" name="Google Shape;4126;p8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7" name="Google Shape;4127;p8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4128;p8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29" name="Google Shape;4129;p8"/>
          <p:cNvGrpSpPr/>
          <p:nvPr/>
        </p:nvGrpSpPr>
        <p:grpSpPr>
          <a:xfrm>
            <a:off x="8320098" y="4866112"/>
            <a:ext cx="510133" cy="78484"/>
            <a:chOff x="3521300" y="154525"/>
            <a:chExt cx="1256175" cy="193500"/>
          </a:xfrm>
        </p:grpSpPr>
        <p:sp>
          <p:nvSpPr>
            <p:cNvPr id="4130" name="Google Shape;4130;p8"/>
            <p:cNvSpPr/>
            <p:nvPr/>
          </p:nvSpPr>
          <p:spPr>
            <a:xfrm>
              <a:off x="3521300" y="154525"/>
              <a:ext cx="193500" cy="19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8"/>
            <p:cNvSpPr/>
            <p:nvPr/>
          </p:nvSpPr>
          <p:spPr>
            <a:xfrm>
              <a:off x="3875525" y="154525"/>
              <a:ext cx="193500" cy="19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8"/>
            <p:cNvSpPr/>
            <p:nvPr/>
          </p:nvSpPr>
          <p:spPr>
            <a:xfrm>
              <a:off x="4229750" y="154525"/>
              <a:ext cx="193500" cy="193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8"/>
            <p:cNvSpPr/>
            <p:nvPr/>
          </p:nvSpPr>
          <p:spPr>
            <a:xfrm>
              <a:off x="4583975" y="154525"/>
              <a:ext cx="193500" cy="193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34" name="Google Shape;4134;p8"/>
          <p:cNvSpPr txBox="1">
            <a:spLocks noGrp="1"/>
          </p:cNvSpPr>
          <p:nvPr>
            <p:ph type="title"/>
          </p:nvPr>
        </p:nvSpPr>
        <p:spPr>
          <a:xfrm>
            <a:off x="1021875" y="1266650"/>
            <a:ext cx="7100400" cy="26103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64000" rIns="91425" bIns="91425" anchor="ctr" anchorCtr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8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BLANK_1_1_1_1_1_1_3_1_1">
    <p:spTree>
      <p:nvGrpSpPr>
        <p:cNvPr id="1" name="Shape 9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4" name="Google Shape;9914;p14"/>
          <p:cNvSpPr txBox="1">
            <a:spLocks noGrp="1"/>
          </p:cNvSpPr>
          <p:nvPr>
            <p:ph type="title"/>
          </p:nvPr>
        </p:nvSpPr>
        <p:spPr>
          <a:xfrm>
            <a:off x="720000" y="1826923"/>
            <a:ext cx="2301600" cy="4572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915" name="Google Shape;9915;p14"/>
          <p:cNvSpPr txBox="1">
            <a:spLocks noGrp="1"/>
          </p:cNvSpPr>
          <p:nvPr>
            <p:ph type="subTitle" idx="1"/>
          </p:nvPr>
        </p:nvSpPr>
        <p:spPr>
          <a:xfrm>
            <a:off x="720000" y="2278421"/>
            <a:ext cx="2301600" cy="4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16" name="Google Shape;9916;p14"/>
          <p:cNvSpPr txBox="1">
            <a:spLocks noGrp="1"/>
          </p:cNvSpPr>
          <p:nvPr>
            <p:ph type="title" idx="2"/>
          </p:nvPr>
        </p:nvSpPr>
        <p:spPr>
          <a:xfrm>
            <a:off x="2070575" y="3584855"/>
            <a:ext cx="2301600" cy="4572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917" name="Google Shape;9917;p14"/>
          <p:cNvSpPr txBox="1">
            <a:spLocks noGrp="1"/>
          </p:cNvSpPr>
          <p:nvPr>
            <p:ph type="subTitle" idx="3"/>
          </p:nvPr>
        </p:nvSpPr>
        <p:spPr>
          <a:xfrm>
            <a:off x="2070622" y="4036353"/>
            <a:ext cx="2301600" cy="4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18" name="Google Shape;9918;p14"/>
          <p:cNvSpPr txBox="1">
            <a:spLocks noGrp="1"/>
          </p:cNvSpPr>
          <p:nvPr>
            <p:ph type="title" idx="4"/>
          </p:nvPr>
        </p:nvSpPr>
        <p:spPr>
          <a:xfrm>
            <a:off x="4771819" y="3584855"/>
            <a:ext cx="2301600" cy="4572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919" name="Google Shape;9919;p14"/>
          <p:cNvSpPr txBox="1">
            <a:spLocks noGrp="1"/>
          </p:cNvSpPr>
          <p:nvPr>
            <p:ph type="subTitle" idx="5"/>
          </p:nvPr>
        </p:nvSpPr>
        <p:spPr>
          <a:xfrm>
            <a:off x="4771865" y="4036353"/>
            <a:ext cx="2301600" cy="4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0" name="Google Shape;9920;p14"/>
          <p:cNvSpPr txBox="1">
            <a:spLocks noGrp="1"/>
          </p:cNvSpPr>
          <p:nvPr>
            <p:ph type="title" idx="6"/>
          </p:nvPr>
        </p:nvSpPr>
        <p:spPr>
          <a:xfrm>
            <a:off x="3421244" y="1826923"/>
            <a:ext cx="2301600" cy="4572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921" name="Google Shape;9921;p14"/>
          <p:cNvSpPr txBox="1">
            <a:spLocks noGrp="1"/>
          </p:cNvSpPr>
          <p:nvPr>
            <p:ph type="subTitle" idx="7"/>
          </p:nvPr>
        </p:nvSpPr>
        <p:spPr>
          <a:xfrm>
            <a:off x="3421244" y="2278421"/>
            <a:ext cx="2301600" cy="4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2" name="Google Shape;9922;p14"/>
          <p:cNvSpPr txBox="1">
            <a:spLocks noGrp="1"/>
          </p:cNvSpPr>
          <p:nvPr>
            <p:ph type="title" idx="8"/>
          </p:nvPr>
        </p:nvSpPr>
        <p:spPr>
          <a:xfrm>
            <a:off x="6122487" y="1826923"/>
            <a:ext cx="2301600" cy="4572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923" name="Google Shape;9923;p14"/>
          <p:cNvSpPr txBox="1">
            <a:spLocks noGrp="1"/>
          </p:cNvSpPr>
          <p:nvPr>
            <p:ph type="subTitle" idx="9"/>
          </p:nvPr>
        </p:nvSpPr>
        <p:spPr>
          <a:xfrm>
            <a:off x="6122487" y="2278421"/>
            <a:ext cx="2301600" cy="4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4" name="Google Shape;9924;p14"/>
          <p:cNvSpPr txBox="1">
            <a:spLocks noGrp="1"/>
          </p:cNvSpPr>
          <p:nvPr>
            <p:ph type="title" idx="13"/>
          </p:nvPr>
        </p:nvSpPr>
        <p:spPr>
          <a:xfrm>
            <a:off x="720025" y="368725"/>
            <a:ext cx="7704000" cy="576000"/>
          </a:xfrm>
          <a:prstGeom prst="rect">
            <a:avLst/>
          </a:prstGeom>
          <a:noFill/>
        </p:spPr>
        <p:txBody>
          <a:bodyPr spcFirstLastPara="1" wrap="square" lIns="91425" tIns="6400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925" name="Google Shape;9925;p14"/>
          <p:cNvGrpSpPr/>
          <p:nvPr/>
        </p:nvGrpSpPr>
        <p:grpSpPr>
          <a:xfrm>
            <a:off x="313503" y="376409"/>
            <a:ext cx="8516819" cy="562035"/>
            <a:chOff x="313503" y="376409"/>
            <a:chExt cx="8516819" cy="562035"/>
          </a:xfrm>
        </p:grpSpPr>
        <p:sp>
          <p:nvSpPr>
            <p:cNvPr id="9926" name="Google Shape;9926;p14"/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7" name="Google Shape;9927;p14"/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8" name="Google Shape;9928;p14"/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9" name="Google Shape;9929;p14"/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0" name="Google Shape;9930;p14"/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1" name="Google Shape;9931;p14"/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2" name="Google Shape;9932;p14"/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3" name="Google Shape;9933;p14"/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4" name="Google Shape;9934;p14"/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5" name="Google Shape;9935;p14"/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6" name="Google Shape;9936;p14"/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7" name="Google Shape;9937;p14"/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8" name="Google Shape;9938;p14"/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9" name="Google Shape;9939;p14"/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0" name="Google Shape;9940;p14"/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1" name="Google Shape;9941;p14"/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2" name="Google Shape;9942;p14"/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3" name="Google Shape;9943;p14"/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4" name="Google Shape;9944;p14"/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5" name="Google Shape;9945;p14"/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6" name="Google Shape;9946;p14"/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7" name="Google Shape;9947;p14"/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8" name="Google Shape;9948;p14"/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9" name="Google Shape;9949;p14"/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0" name="Google Shape;9950;p14"/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1" name="Google Shape;9951;p14"/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2" name="Google Shape;9952;p14"/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3" name="Google Shape;9953;p14"/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4" name="Google Shape;9954;p14"/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5" name="Google Shape;9955;p14"/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6" name="Google Shape;9956;p14"/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7" name="Google Shape;9957;p14"/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8" name="Google Shape;9958;p14"/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9" name="Google Shape;9959;p14"/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0" name="Google Shape;9960;p14"/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1" name="Google Shape;9961;p14"/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2" name="Google Shape;9962;p14"/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3" name="Google Shape;9963;p14"/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4" name="Google Shape;9964;p14"/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5" name="Google Shape;9965;p14"/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6" name="Google Shape;9966;p14"/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7" name="Google Shape;9967;p14"/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8" name="Google Shape;9968;p14"/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9" name="Google Shape;9969;p14"/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0" name="Google Shape;9970;p14"/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1" name="Google Shape;9971;p14"/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2" name="Google Shape;9972;p14"/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3" name="Google Shape;9973;p14"/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74" name="Google Shape;9974;p14"/>
          <p:cNvSpPr txBox="1">
            <a:spLocks noGrp="1"/>
          </p:cNvSpPr>
          <p:nvPr>
            <p:ph type="title" idx="14" hasCustomPrompt="1"/>
          </p:nvPr>
        </p:nvSpPr>
        <p:spPr>
          <a:xfrm>
            <a:off x="2070575" y="3103060"/>
            <a:ext cx="2301600" cy="670500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75" name="Google Shape;9975;p14"/>
          <p:cNvSpPr txBox="1">
            <a:spLocks noGrp="1"/>
          </p:cNvSpPr>
          <p:nvPr>
            <p:ph type="title" idx="15" hasCustomPrompt="1"/>
          </p:nvPr>
        </p:nvSpPr>
        <p:spPr>
          <a:xfrm>
            <a:off x="4771825" y="3103060"/>
            <a:ext cx="2301600" cy="670500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76" name="Google Shape;9976;p14"/>
          <p:cNvSpPr txBox="1">
            <a:spLocks noGrp="1"/>
          </p:cNvSpPr>
          <p:nvPr>
            <p:ph type="title" idx="16" hasCustomPrompt="1"/>
          </p:nvPr>
        </p:nvSpPr>
        <p:spPr>
          <a:xfrm>
            <a:off x="6122500" y="1345135"/>
            <a:ext cx="2301600" cy="670500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77" name="Google Shape;9977;p14"/>
          <p:cNvSpPr txBox="1">
            <a:spLocks noGrp="1"/>
          </p:cNvSpPr>
          <p:nvPr>
            <p:ph type="title" idx="17" hasCustomPrompt="1"/>
          </p:nvPr>
        </p:nvSpPr>
        <p:spPr>
          <a:xfrm>
            <a:off x="3421250" y="1345135"/>
            <a:ext cx="2301600" cy="670500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78" name="Google Shape;9978;p14"/>
          <p:cNvSpPr txBox="1">
            <a:spLocks noGrp="1"/>
          </p:cNvSpPr>
          <p:nvPr>
            <p:ph type="title" idx="18" hasCustomPrompt="1"/>
          </p:nvPr>
        </p:nvSpPr>
        <p:spPr>
          <a:xfrm>
            <a:off x="720025" y="1345135"/>
            <a:ext cx="2301600" cy="670500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spTree>
      <p:nvGrpSpPr>
        <p:cNvPr id="1" name="Shape 13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6" name="Google Shape;13356;p18"/>
          <p:cNvSpPr txBox="1">
            <a:spLocks noGrp="1"/>
          </p:cNvSpPr>
          <p:nvPr>
            <p:ph type="title"/>
          </p:nvPr>
        </p:nvSpPr>
        <p:spPr>
          <a:xfrm>
            <a:off x="1055700" y="2487775"/>
            <a:ext cx="3813000" cy="889800"/>
          </a:xfrm>
          <a:prstGeom prst="rect">
            <a:avLst/>
          </a:prstGeom>
          <a:noFill/>
        </p:spPr>
        <p:txBody>
          <a:bodyPr spcFirstLastPara="1" wrap="square" lIns="91425" tIns="64000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357" name="Google Shape;13357;p18"/>
          <p:cNvSpPr txBox="1">
            <a:spLocks noGrp="1"/>
          </p:cNvSpPr>
          <p:nvPr>
            <p:ph type="title" idx="2" hasCustomPrompt="1"/>
          </p:nvPr>
        </p:nvSpPr>
        <p:spPr>
          <a:xfrm>
            <a:off x="3222900" y="1405752"/>
            <a:ext cx="1645800" cy="1097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64000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358" name="Google Shape;13358;p18"/>
          <p:cNvSpPr txBox="1">
            <a:spLocks noGrp="1"/>
          </p:cNvSpPr>
          <p:nvPr>
            <p:ph type="subTitle" idx="1"/>
          </p:nvPr>
        </p:nvSpPr>
        <p:spPr>
          <a:xfrm>
            <a:off x="1055700" y="3465350"/>
            <a:ext cx="3813000" cy="272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359" name="Google Shape;13359;p18"/>
          <p:cNvGrpSpPr/>
          <p:nvPr/>
        </p:nvGrpSpPr>
        <p:grpSpPr>
          <a:xfrm>
            <a:off x="5640453" y="540001"/>
            <a:ext cx="3138714" cy="4063568"/>
            <a:chOff x="313503" y="540001"/>
            <a:chExt cx="3138714" cy="4063568"/>
          </a:xfrm>
        </p:grpSpPr>
        <p:sp>
          <p:nvSpPr>
            <p:cNvPr id="13360" name="Google Shape;13360;p18"/>
            <p:cNvSpPr/>
            <p:nvPr/>
          </p:nvSpPr>
          <p:spPr>
            <a:xfrm>
              <a:off x="313503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1" name="Google Shape;13361;p18"/>
            <p:cNvSpPr/>
            <p:nvPr/>
          </p:nvSpPr>
          <p:spPr>
            <a:xfrm>
              <a:off x="433011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2" name="Google Shape;13362;p18"/>
            <p:cNvSpPr/>
            <p:nvPr/>
          </p:nvSpPr>
          <p:spPr>
            <a:xfrm>
              <a:off x="552519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3" name="Google Shape;13363;p18"/>
            <p:cNvSpPr/>
            <p:nvPr/>
          </p:nvSpPr>
          <p:spPr>
            <a:xfrm>
              <a:off x="672027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4" name="Google Shape;13364;p18"/>
            <p:cNvSpPr/>
            <p:nvPr/>
          </p:nvSpPr>
          <p:spPr>
            <a:xfrm>
              <a:off x="791536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5" name="Google Shape;13365;p18"/>
            <p:cNvSpPr/>
            <p:nvPr/>
          </p:nvSpPr>
          <p:spPr>
            <a:xfrm>
              <a:off x="911044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6" name="Google Shape;13366;p18"/>
            <p:cNvSpPr/>
            <p:nvPr/>
          </p:nvSpPr>
          <p:spPr>
            <a:xfrm>
              <a:off x="1030552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7" name="Google Shape;13367;p18"/>
            <p:cNvSpPr/>
            <p:nvPr/>
          </p:nvSpPr>
          <p:spPr>
            <a:xfrm>
              <a:off x="1150060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8" name="Google Shape;13368;p18"/>
            <p:cNvSpPr/>
            <p:nvPr/>
          </p:nvSpPr>
          <p:spPr>
            <a:xfrm>
              <a:off x="1269568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9" name="Google Shape;13369;p18"/>
            <p:cNvSpPr/>
            <p:nvPr/>
          </p:nvSpPr>
          <p:spPr>
            <a:xfrm>
              <a:off x="1389077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0" name="Google Shape;13370;p18"/>
            <p:cNvSpPr/>
            <p:nvPr/>
          </p:nvSpPr>
          <p:spPr>
            <a:xfrm>
              <a:off x="1508585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1" name="Google Shape;13371;p18"/>
            <p:cNvSpPr/>
            <p:nvPr/>
          </p:nvSpPr>
          <p:spPr>
            <a:xfrm>
              <a:off x="1628093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2" name="Google Shape;13372;p18"/>
            <p:cNvSpPr/>
            <p:nvPr/>
          </p:nvSpPr>
          <p:spPr>
            <a:xfrm>
              <a:off x="1747601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3" name="Google Shape;13373;p18"/>
            <p:cNvSpPr/>
            <p:nvPr/>
          </p:nvSpPr>
          <p:spPr>
            <a:xfrm>
              <a:off x="1867110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4" name="Google Shape;13374;p18"/>
            <p:cNvSpPr/>
            <p:nvPr/>
          </p:nvSpPr>
          <p:spPr>
            <a:xfrm>
              <a:off x="1986618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5" name="Google Shape;13375;p18"/>
            <p:cNvSpPr/>
            <p:nvPr/>
          </p:nvSpPr>
          <p:spPr>
            <a:xfrm>
              <a:off x="2106126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6" name="Google Shape;13376;p18"/>
            <p:cNvSpPr/>
            <p:nvPr/>
          </p:nvSpPr>
          <p:spPr>
            <a:xfrm>
              <a:off x="2225634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7" name="Google Shape;13377;p18"/>
            <p:cNvSpPr/>
            <p:nvPr/>
          </p:nvSpPr>
          <p:spPr>
            <a:xfrm>
              <a:off x="2345143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8" name="Google Shape;13378;p18"/>
            <p:cNvSpPr/>
            <p:nvPr/>
          </p:nvSpPr>
          <p:spPr>
            <a:xfrm>
              <a:off x="2464651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9" name="Google Shape;13379;p18"/>
            <p:cNvSpPr/>
            <p:nvPr/>
          </p:nvSpPr>
          <p:spPr>
            <a:xfrm>
              <a:off x="2584159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0" name="Google Shape;13380;p18"/>
            <p:cNvSpPr/>
            <p:nvPr/>
          </p:nvSpPr>
          <p:spPr>
            <a:xfrm>
              <a:off x="2703667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1" name="Google Shape;13381;p18"/>
            <p:cNvSpPr/>
            <p:nvPr/>
          </p:nvSpPr>
          <p:spPr>
            <a:xfrm>
              <a:off x="2823176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2" name="Google Shape;13382;p18"/>
            <p:cNvSpPr/>
            <p:nvPr/>
          </p:nvSpPr>
          <p:spPr>
            <a:xfrm>
              <a:off x="2942684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3" name="Google Shape;13383;p18"/>
            <p:cNvSpPr/>
            <p:nvPr/>
          </p:nvSpPr>
          <p:spPr>
            <a:xfrm>
              <a:off x="3062192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4" name="Google Shape;13384;p18"/>
            <p:cNvSpPr/>
            <p:nvPr/>
          </p:nvSpPr>
          <p:spPr>
            <a:xfrm>
              <a:off x="3181700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5" name="Google Shape;13385;p18"/>
            <p:cNvSpPr/>
            <p:nvPr/>
          </p:nvSpPr>
          <p:spPr>
            <a:xfrm>
              <a:off x="3301209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6" name="Google Shape;13386;p18"/>
            <p:cNvSpPr/>
            <p:nvPr/>
          </p:nvSpPr>
          <p:spPr>
            <a:xfrm>
              <a:off x="3420717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7" name="Google Shape;13387;p18"/>
            <p:cNvSpPr/>
            <p:nvPr/>
          </p:nvSpPr>
          <p:spPr>
            <a:xfrm>
              <a:off x="313503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8" name="Google Shape;13388;p18"/>
            <p:cNvSpPr/>
            <p:nvPr/>
          </p:nvSpPr>
          <p:spPr>
            <a:xfrm>
              <a:off x="433011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9" name="Google Shape;13389;p18"/>
            <p:cNvSpPr/>
            <p:nvPr/>
          </p:nvSpPr>
          <p:spPr>
            <a:xfrm>
              <a:off x="552519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0" name="Google Shape;13390;p18"/>
            <p:cNvSpPr/>
            <p:nvPr/>
          </p:nvSpPr>
          <p:spPr>
            <a:xfrm>
              <a:off x="672027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1" name="Google Shape;13391;p18"/>
            <p:cNvSpPr/>
            <p:nvPr/>
          </p:nvSpPr>
          <p:spPr>
            <a:xfrm>
              <a:off x="791536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2" name="Google Shape;13392;p18"/>
            <p:cNvSpPr/>
            <p:nvPr/>
          </p:nvSpPr>
          <p:spPr>
            <a:xfrm>
              <a:off x="911044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3" name="Google Shape;13393;p18"/>
            <p:cNvSpPr/>
            <p:nvPr/>
          </p:nvSpPr>
          <p:spPr>
            <a:xfrm>
              <a:off x="1030552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4" name="Google Shape;13394;p18"/>
            <p:cNvSpPr/>
            <p:nvPr/>
          </p:nvSpPr>
          <p:spPr>
            <a:xfrm>
              <a:off x="1150060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5" name="Google Shape;13395;p18"/>
            <p:cNvSpPr/>
            <p:nvPr/>
          </p:nvSpPr>
          <p:spPr>
            <a:xfrm>
              <a:off x="1269568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6" name="Google Shape;13396;p18"/>
            <p:cNvSpPr/>
            <p:nvPr/>
          </p:nvSpPr>
          <p:spPr>
            <a:xfrm>
              <a:off x="1389077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7" name="Google Shape;13397;p18"/>
            <p:cNvSpPr/>
            <p:nvPr/>
          </p:nvSpPr>
          <p:spPr>
            <a:xfrm>
              <a:off x="1508585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8" name="Google Shape;13398;p18"/>
            <p:cNvSpPr/>
            <p:nvPr/>
          </p:nvSpPr>
          <p:spPr>
            <a:xfrm>
              <a:off x="1628093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9" name="Google Shape;13399;p18"/>
            <p:cNvSpPr/>
            <p:nvPr/>
          </p:nvSpPr>
          <p:spPr>
            <a:xfrm>
              <a:off x="1747601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0" name="Google Shape;13400;p18"/>
            <p:cNvSpPr/>
            <p:nvPr/>
          </p:nvSpPr>
          <p:spPr>
            <a:xfrm>
              <a:off x="1867110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1" name="Google Shape;13401;p18"/>
            <p:cNvSpPr/>
            <p:nvPr/>
          </p:nvSpPr>
          <p:spPr>
            <a:xfrm>
              <a:off x="1986618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2" name="Google Shape;13402;p18"/>
            <p:cNvSpPr/>
            <p:nvPr/>
          </p:nvSpPr>
          <p:spPr>
            <a:xfrm>
              <a:off x="2106126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3" name="Google Shape;13403;p18"/>
            <p:cNvSpPr/>
            <p:nvPr/>
          </p:nvSpPr>
          <p:spPr>
            <a:xfrm>
              <a:off x="2225634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4" name="Google Shape;13404;p18"/>
            <p:cNvSpPr/>
            <p:nvPr/>
          </p:nvSpPr>
          <p:spPr>
            <a:xfrm>
              <a:off x="2345143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5" name="Google Shape;13405;p18"/>
            <p:cNvSpPr/>
            <p:nvPr/>
          </p:nvSpPr>
          <p:spPr>
            <a:xfrm>
              <a:off x="2464651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6" name="Google Shape;13406;p18"/>
            <p:cNvSpPr/>
            <p:nvPr/>
          </p:nvSpPr>
          <p:spPr>
            <a:xfrm>
              <a:off x="2584159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7" name="Google Shape;13407;p18"/>
            <p:cNvSpPr/>
            <p:nvPr/>
          </p:nvSpPr>
          <p:spPr>
            <a:xfrm>
              <a:off x="2703667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8" name="Google Shape;13408;p18"/>
            <p:cNvSpPr/>
            <p:nvPr/>
          </p:nvSpPr>
          <p:spPr>
            <a:xfrm>
              <a:off x="2823176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9" name="Google Shape;13409;p18"/>
            <p:cNvSpPr/>
            <p:nvPr/>
          </p:nvSpPr>
          <p:spPr>
            <a:xfrm>
              <a:off x="2942684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0" name="Google Shape;13410;p18"/>
            <p:cNvSpPr/>
            <p:nvPr/>
          </p:nvSpPr>
          <p:spPr>
            <a:xfrm>
              <a:off x="3062192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1" name="Google Shape;13411;p18"/>
            <p:cNvSpPr/>
            <p:nvPr/>
          </p:nvSpPr>
          <p:spPr>
            <a:xfrm>
              <a:off x="3181700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2" name="Google Shape;13412;p18"/>
            <p:cNvSpPr/>
            <p:nvPr/>
          </p:nvSpPr>
          <p:spPr>
            <a:xfrm>
              <a:off x="3301209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3" name="Google Shape;13413;p18"/>
            <p:cNvSpPr/>
            <p:nvPr/>
          </p:nvSpPr>
          <p:spPr>
            <a:xfrm>
              <a:off x="3420717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4" name="Google Shape;13414;p18"/>
            <p:cNvSpPr/>
            <p:nvPr/>
          </p:nvSpPr>
          <p:spPr>
            <a:xfrm>
              <a:off x="313503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5" name="Google Shape;13415;p18"/>
            <p:cNvSpPr/>
            <p:nvPr/>
          </p:nvSpPr>
          <p:spPr>
            <a:xfrm>
              <a:off x="433011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6" name="Google Shape;13416;p18"/>
            <p:cNvSpPr/>
            <p:nvPr/>
          </p:nvSpPr>
          <p:spPr>
            <a:xfrm>
              <a:off x="552519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7" name="Google Shape;13417;p18"/>
            <p:cNvSpPr/>
            <p:nvPr/>
          </p:nvSpPr>
          <p:spPr>
            <a:xfrm>
              <a:off x="672027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8" name="Google Shape;13418;p18"/>
            <p:cNvSpPr/>
            <p:nvPr/>
          </p:nvSpPr>
          <p:spPr>
            <a:xfrm>
              <a:off x="791536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9" name="Google Shape;13419;p18"/>
            <p:cNvSpPr/>
            <p:nvPr/>
          </p:nvSpPr>
          <p:spPr>
            <a:xfrm>
              <a:off x="911044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0" name="Google Shape;13420;p18"/>
            <p:cNvSpPr/>
            <p:nvPr/>
          </p:nvSpPr>
          <p:spPr>
            <a:xfrm>
              <a:off x="1030552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1" name="Google Shape;13421;p18"/>
            <p:cNvSpPr/>
            <p:nvPr/>
          </p:nvSpPr>
          <p:spPr>
            <a:xfrm>
              <a:off x="1150060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2" name="Google Shape;13422;p18"/>
            <p:cNvSpPr/>
            <p:nvPr/>
          </p:nvSpPr>
          <p:spPr>
            <a:xfrm>
              <a:off x="1269568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3" name="Google Shape;13423;p18"/>
            <p:cNvSpPr/>
            <p:nvPr/>
          </p:nvSpPr>
          <p:spPr>
            <a:xfrm>
              <a:off x="1389077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4" name="Google Shape;13424;p18"/>
            <p:cNvSpPr/>
            <p:nvPr/>
          </p:nvSpPr>
          <p:spPr>
            <a:xfrm>
              <a:off x="1508585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5" name="Google Shape;13425;p18"/>
            <p:cNvSpPr/>
            <p:nvPr/>
          </p:nvSpPr>
          <p:spPr>
            <a:xfrm>
              <a:off x="1628093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6" name="Google Shape;13426;p18"/>
            <p:cNvSpPr/>
            <p:nvPr/>
          </p:nvSpPr>
          <p:spPr>
            <a:xfrm>
              <a:off x="1747601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7" name="Google Shape;13427;p18"/>
            <p:cNvSpPr/>
            <p:nvPr/>
          </p:nvSpPr>
          <p:spPr>
            <a:xfrm>
              <a:off x="1867110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8" name="Google Shape;13428;p18"/>
            <p:cNvSpPr/>
            <p:nvPr/>
          </p:nvSpPr>
          <p:spPr>
            <a:xfrm>
              <a:off x="1986618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9" name="Google Shape;13429;p18"/>
            <p:cNvSpPr/>
            <p:nvPr/>
          </p:nvSpPr>
          <p:spPr>
            <a:xfrm>
              <a:off x="2106126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0" name="Google Shape;13430;p18"/>
            <p:cNvSpPr/>
            <p:nvPr/>
          </p:nvSpPr>
          <p:spPr>
            <a:xfrm>
              <a:off x="2225634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1" name="Google Shape;13431;p18"/>
            <p:cNvSpPr/>
            <p:nvPr/>
          </p:nvSpPr>
          <p:spPr>
            <a:xfrm>
              <a:off x="2345143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2" name="Google Shape;13432;p18"/>
            <p:cNvSpPr/>
            <p:nvPr/>
          </p:nvSpPr>
          <p:spPr>
            <a:xfrm>
              <a:off x="2464651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3" name="Google Shape;13433;p18"/>
            <p:cNvSpPr/>
            <p:nvPr/>
          </p:nvSpPr>
          <p:spPr>
            <a:xfrm>
              <a:off x="2584159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4" name="Google Shape;13434;p18"/>
            <p:cNvSpPr/>
            <p:nvPr/>
          </p:nvSpPr>
          <p:spPr>
            <a:xfrm>
              <a:off x="2703667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5" name="Google Shape;13435;p18"/>
            <p:cNvSpPr/>
            <p:nvPr/>
          </p:nvSpPr>
          <p:spPr>
            <a:xfrm>
              <a:off x="2823176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6" name="Google Shape;13436;p18"/>
            <p:cNvSpPr/>
            <p:nvPr/>
          </p:nvSpPr>
          <p:spPr>
            <a:xfrm>
              <a:off x="2942684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7" name="Google Shape;13437;p18"/>
            <p:cNvSpPr/>
            <p:nvPr/>
          </p:nvSpPr>
          <p:spPr>
            <a:xfrm>
              <a:off x="3062192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8" name="Google Shape;13438;p18"/>
            <p:cNvSpPr/>
            <p:nvPr/>
          </p:nvSpPr>
          <p:spPr>
            <a:xfrm>
              <a:off x="3181700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9" name="Google Shape;13439;p18"/>
            <p:cNvSpPr/>
            <p:nvPr/>
          </p:nvSpPr>
          <p:spPr>
            <a:xfrm>
              <a:off x="3301209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0" name="Google Shape;13440;p18"/>
            <p:cNvSpPr/>
            <p:nvPr/>
          </p:nvSpPr>
          <p:spPr>
            <a:xfrm>
              <a:off x="3420717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1" name="Google Shape;13441;p18"/>
            <p:cNvSpPr/>
            <p:nvPr/>
          </p:nvSpPr>
          <p:spPr>
            <a:xfrm>
              <a:off x="313503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2" name="Google Shape;13442;p18"/>
            <p:cNvSpPr/>
            <p:nvPr/>
          </p:nvSpPr>
          <p:spPr>
            <a:xfrm>
              <a:off x="433011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3" name="Google Shape;13443;p18"/>
            <p:cNvSpPr/>
            <p:nvPr/>
          </p:nvSpPr>
          <p:spPr>
            <a:xfrm>
              <a:off x="552519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4" name="Google Shape;13444;p18"/>
            <p:cNvSpPr/>
            <p:nvPr/>
          </p:nvSpPr>
          <p:spPr>
            <a:xfrm>
              <a:off x="672027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5" name="Google Shape;13445;p18"/>
            <p:cNvSpPr/>
            <p:nvPr/>
          </p:nvSpPr>
          <p:spPr>
            <a:xfrm>
              <a:off x="791536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6" name="Google Shape;13446;p18"/>
            <p:cNvSpPr/>
            <p:nvPr/>
          </p:nvSpPr>
          <p:spPr>
            <a:xfrm>
              <a:off x="911044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7" name="Google Shape;13447;p18"/>
            <p:cNvSpPr/>
            <p:nvPr/>
          </p:nvSpPr>
          <p:spPr>
            <a:xfrm>
              <a:off x="1030552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8" name="Google Shape;13448;p18"/>
            <p:cNvSpPr/>
            <p:nvPr/>
          </p:nvSpPr>
          <p:spPr>
            <a:xfrm>
              <a:off x="1150060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9" name="Google Shape;13449;p18"/>
            <p:cNvSpPr/>
            <p:nvPr/>
          </p:nvSpPr>
          <p:spPr>
            <a:xfrm>
              <a:off x="1269568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0" name="Google Shape;13450;p18"/>
            <p:cNvSpPr/>
            <p:nvPr/>
          </p:nvSpPr>
          <p:spPr>
            <a:xfrm>
              <a:off x="1389077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1" name="Google Shape;13451;p18"/>
            <p:cNvSpPr/>
            <p:nvPr/>
          </p:nvSpPr>
          <p:spPr>
            <a:xfrm>
              <a:off x="1508585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2" name="Google Shape;13452;p18"/>
            <p:cNvSpPr/>
            <p:nvPr/>
          </p:nvSpPr>
          <p:spPr>
            <a:xfrm>
              <a:off x="1628093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3" name="Google Shape;13453;p18"/>
            <p:cNvSpPr/>
            <p:nvPr/>
          </p:nvSpPr>
          <p:spPr>
            <a:xfrm>
              <a:off x="1747601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4" name="Google Shape;13454;p18"/>
            <p:cNvSpPr/>
            <p:nvPr/>
          </p:nvSpPr>
          <p:spPr>
            <a:xfrm>
              <a:off x="1867110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5" name="Google Shape;13455;p18"/>
            <p:cNvSpPr/>
            <p:nvPr/>
          </p:nvSpPr>
          <p:spPr>
            <a:xfrm>
              <a:off x="1986618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6" name="Google Shape;13456;p18"/>
            <p:cNvSpPr/>
            <p:nvPr/>
          </p:nvSpPr>
          <p:spPr>
            <a:xfrm>
              <a:off x="2106126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7" name="Google Shape;13457;p18"/>
            <p:cNvSpPr/>
            <p:nvPr/>
          </p:nvSpPr>
          <p:spPr>
            <a:xfrm>
              <a:off x="2225634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8" name="Google Shape;13458;p18"/>
            <p:cNvSpPr/>
            <p:nvPr/>
          </p:nvSpPr>
          <p:spPr>
            <a:xfrm>
              <a:off x="2345143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9" name="Google Shape;13459;p18"/>
            <p:cNvSpPr/>
            <p:nvPr/>
          </p:nvSpPr>
          <p:spPr>
            <a:xfrm>
              <a:off x="2464651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0" name="Google Shape;13460;p18"/>
            <p:cNvSpPr/>
            <p:nvPr/>
          </p:nvSpPr>
          <p:spPr>
            <a:xfrm>
              <a:off x="2584159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1" name="Google Shape;13461;p18"/>
            <p:cNvSpPr/>
            <p:nvPr/>
          </p:nvSpPr>
          <p:spPr>
            <a:xfrm>
              <a:off x="2703667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2" name="Google Shape;13462;p18"/>
            <p:cNvSpPr/>
            <p:nvPr/>
          </p:nvSpPr>
          <p:spPr>
            <a:xfrm>
              <a:off x="2823176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3" name="Google Shape;13463;p18"/>
            <p:cNvSpPr/>
            <p:nvPr/>
          </p:nvSpPr>
          <p:spPr>
            <a:xfrm>
              <a:off x="2942684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4" name="Google Shape;13464;p18"/>
            <p:cNvSpPr/>
            <p:nvPr/>
          </p:nvSpPr>
          <p:spPr>
            <a:xfrm>
              <a:off x="3062192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5" name="Google Shape;13465;p18"/>
            <p:cNvSpPr/>
            <p:nvPr/>
          </p:nvSpPr>
          <p:spPr>
            <a:xfrm>
              <a:off x="3181700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6" name="Google Shape;13466;p18"/>
            <p:cNvSpPr/>
            <p:nvPr/>
          </p:nvSpPr>
          <p:spPr>
            <a:xfrm>
              <a:off x="3301209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7" name="Google Shape;13467;p18"/>
            <p:cNvSpPr/>
            <p:nvPr/>
          </p:nvSpPr>
          <p:spPr>
            <a:xfrm>
              <a:off x="3420717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8" name="Google Shape;13468;p18"/>
            <p:cNvSpPr/>
            <p:nvPr/>
          </p:nvSpPr>
          <p:spPr>
            <a:xfrm>
              <a:off x="313503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9" name="Google Shape;13469;p18"/>
            <p:cNvSpPr/>
            <p:nvPr/>
          </p:nvSpPr>
          <p:spPr>
            <a:xfrm>
              <a:off x="433011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0" name="Google Shape;13470;p18"/>
            <p:cNvSpPr/>
            <p:nvPr/>
          </p:nvSpPr>
          <p:spPr>
            <a:xfrm>
              <a:off x="552519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1" name="Google Shape;13471;p18"/>
            <p:cNvSpPr/>
            <p:nvPr/>
          </p:nvSpPr>
          <p:spPr>
            <a:xfrm>
              <a:off x="672027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2" name="Google Shape;13472;p18"/>
            <p:cNvSpPr/>
            <p:nvPr/>
          </p:nvSpPr>
          <p:spPr>
            <a:xfrm>
              <a:off x="791536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3" name="Google Shape;13473;p18"/>
            <p:cNvSpPr/>
            <p:nvPr/>
          </p:nvSpPr>
          <p:spPr>
            <a:xfrm>
              <a:off x="911044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4" name="Google Shape;13474;p18"/>
            <p:cNvSpPr/>
            <p:nvPr/>
          </p:nvSpPr>
          <p:spPr>
            <a:xfrm>
              <a:off x="1030552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5" name="Google Shape;13475;p18"/>
            <p:cNvSpPr/>
            <p:nvPr/>
          </p:nvSpPr>
          <p:spPr>
            <a:xfrm>
              <a:off x="1150060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6" name="Google Shape;13476;p18"/>
            <p:cNvSpPr/>
            <p:nvPr/>
          </p:nvSpPr>
          <p:spPr>
            <a:xfrm>
              <a:off x="1269568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7" name="Google Shape;13477;p18"/>
            <p:cNvSpPr/>
            <p:nvPr/>
          </p:nvSpPr>
          <p:spPr>
            <a:xfrm>
              <a:off x="1389077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8" name="Google Shape;13478;p18"/>
            <p:cNvSpPr/>
            <p:nvPr/>
          </p:nvSpPr>
          <p:spPr>
            <a:xfrm>
              <a:off x="1508585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9" name="Google Shape;13479;p18"/>
            <p:cNvSpPr/>
            <p:nvPr/>
          </p:nvSpPr>
          <p:spPr>
            <a:xfrm>
              <a:off x="1628093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0" name="Google Shape;13480;p18"/>
            <p:cNvSpPr/>
            <p:nvPr/>
          </p:nvSpPr>
          <p:spPr>
            <a:xfrm>
              <a:off x="1747601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1" name="Google Shape;13481;p18"/>
            <p:cNvSpPr/>
            <p:nvPr/>
          </p:nvSpPr>
          <p:spPr>
            <a:xfrm>
              <a:off x="1867110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2" name="Google Shape;13482;p18"/>
            <p:cNvSpPr/>
            <p:nvPr/>
          </p:nvSpPr>
          <p:spPr>
            <a:xfrm>
              <a:off x="1986618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3" name="Google Shape;13483;p18"/>
            <p:cNvSpPr/>
            <p:nvPr/>
          </p:nvSpPr>
          <p:spPr>
            <a:xfrm>
              <a:off x="2106126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4" name="Google Shape;13484;p18"/>
            <p:cNvSpPr/>
            <p:nvPr/>
          </p:nvSpPr>
          <p:spPr>
            <a:xfrm>
              <a:off x="2225634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5" name="Google Shape;13485;p18"/>
            <p:cNvSpPr/>
            <p:nvPr/>
          </p:nvSpPr>
          <p:spPr>
            <a:xfrm>
              <a:off x="2345143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6" name="Google Shape;13486;p18"/>
            <p:cNvSpPr/>
            <p:nvPr/>
          </p:nvSpPr>
          <p:spPr>
            <a:xfrm>
              <a:off x="2464651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7" name="Google Shape;13487;p18"/>
            <p:cNvSpPr/>
            <p:nvPr/>
          </p:nvSpPr>
          <p:spPr>
            <a:xfrm>
              <a:off x="2584159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8" name="Google Shape;13488;p18"/>
            <p:cNvSpPr/>
            <p:nvPr/>
          </p:nvSpPr>
          <p:spPr>
            <a:xfrm>
              <a:off x="2703667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9" name="Google Shape;13489;p18"/>
            <p:cNvSpPr/>
            <p:nvPr/>
          </p:nvSpPr>
          <p:spPr>
            <a:xfrm>
              <a:off x="2823176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0" name="Google Shape;13490;p18"/>
            <p:cNvSpPr/>
            <p:nvPr/>
          </p:nvSpPr>
          <p:spPr>
            <a:xfrm>
              <a:off x="2942684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1" name="Google Shape;13491;p18"/>
            <p:cNvSpPr/>
            <p:nvPr/>
          </p:nvSpPr>
          <p:spPr>
            <a:xfrm>
              <a:off x="3062192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2" name="Google Shape;13492;p18"/>
            <p:cNvSpPr/>
            <p:nvPr/>
          </p:nvSpPr>
          <p:spPr>
            <a:xfrm>
              <a:off x="3181700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3" name="Google Shape;13493;p18"/>
            <p:cNvSpPr/>
            <p:nvPr/>
          </p:nvSpPr>
          <p:spPr>
            <a:xfrm>
              <a:off x="3301209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4" name="Google Shape;13494;p18"/>
            <p:cNvSpPr/>
            <p:nvPr/>
          </p:nvSpPr>
          <p:spPr>
            <a:xfrm>
              <a:off x="3420717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5" name="Google Shape;13495;p18"/>
            <p:cNvSpPr/>
            <p:nvPr/>
          </p:nvSpPr>
          <p:spPr>
            <a:xfrm>
              <a:off x="313503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6" name="Google Shape;13496;p18"/>
            <p:cNvSpPr/>
            <p:nvPr/>
          </p:nvSpPr>
          <p:spPr>
            <a:xfrm>
              <a:off x="433011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7" name="Google Shape;13497;p18"/>
            <p:cNvSpPr/>
            <p:nvPr/>
          </p:nvSpPr>
          <p:spPr>
            <a:xfrm>
              <a:off x="552519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8" name="Google Shape;13498;p18"/>
            <p:cNvSpPr/>
            <p:nvPr/>
          </p:nvSpPr>
          <p:spPr>
            <a:xfrm>
              <a:off x="672027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9" name="Google Shape;13499;p18"/>
            <p:cNvSpPr/>
            <p:nvPr/>
          </p:nvSpPr>
          <p:spPr>
            <a:xfrm>
              <a:off x="791536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0" name="Google Shape;13500;p18"/>
            <p:cNvSpPr/>
            <p:nvPr/>
          </p:nvSpPr>
          <p:spPr>
            <a:xfrm>
              <a:off x="911044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1" name="Google Shape;13501;p18"/>
            <p:cNvSpPr/>
            <p:nvPr/>
          </p:nvSpPr>
          <p:spPr>
            <a:xfrm>
              <a:off x="1030552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2" name="Google Shape;13502;p18"/>
            <p:cNvSpPr/>
            <p:nvPr/>
          </p:nvSpPr>
          <p:spPr>
            <a:xfrm>
              <a:off x="1150060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3" name="Google Shape;13503;p18"/>
            <p:cNvSpPr/>
            <p:nvPr/>
          </p:nvSpPr>
          <p:spPr>
            <a:xfrm>
              <a:off x="1269568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4" name="Google Shape;13504;p18"/>
            <p:cNvSpPr/>
            <p:nvPr/>
          </p:nvSpPr>
          <p:spPr>
            <a:xfrm>
              <a:off x="1389077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5" name="Google Shape;13505;p18"/>
            <p:cNvSpPr/>
            <p:nvPr/>
          </p:nvSpPr>
          <p:spPr>
            <a:xfrm>
              <a:off x="1508585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6" name="Google Shape;13506;p18"/>
            <p:cNvSpPr/>
            <p:nvPr/>
          </p:nvSpPr>
          <p:spPr>
            <a:xfrm>
              <a:off x="1628093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7" name="Google Shape;13507;p18"/>
            <p:cNvSpPr/>
            <p:nvPr/>
          </p:nvSpPr>
          <p:spPr>
            <a:xfrm>
              <a:off x="1747601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8" name="Google Shape;13508;p18"/>
            <p:cNvSpPr/>
            <p:nvPr/>
          </p:nvSpPr>
          <p:spPr>
            <a:xfrm>
              <a:off x="1867110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9" name="Google Shape;13509;p18"/>
            <p:cNvSpPr/>
            <p:nvPr/>
          </p:nvSpPr>
          <p:spPr>
            <a:xfrm>
              <a:off x="1986618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0" name="Google Shape;13510;p18"/>
            <p:cNvSpPr/>
            <p:nvPr/>
          </p:nvSpPr>
          <p:spPr>
            <a:xfrm>
              <a:off x="2106126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1" name="Google Shape;13511;p18"/>
            <p:cNvSpPr/>
            <p:nvPr/>
          </p:nvSpPr>
          <p:spPr>
            <a:xfrm>
              <a:off x="2225634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2" name="Google Shape;13512;p18"/>
            <p:cNvSpPr/>
            <p:nvPr/>
          </p:nvSpPr>
          <p:spPr>
            <a:xfrm>
              <a:off x="2345143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3" name="Google Shape;13513;p18"/>
            <p:cNvSpPr/>
            <p:nvPr/>
          </p:nvSpPr>
          <p:spPr>
            <a:xfrm>
              <a:off x="2464651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4" name="Google Shape;13514;p18"/>
            <p:cNvSpPr/>
            <p:nvPr/>
          </p:nvSpPr>
          <p:spPr>
            <a:xfrm>
              <a:off x="2584159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5" name="Google Shape;13515;p18"/>
            <p:cNvSpPr/>
            <p:nvPr/>
          </p:nvSpPr>
          <p:spPr>
            <a:xfrm>
              <a:off x="2703667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6" name="Google Shape;13516;p18"/>
            <p:cNvSpPr/>
            <p:nvPr/>
          </p:nvSpPr>
          <p:spPr>
            <a:xfrm>
              <a:off x="2823176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7" name="Google Shape;13517;p18"/>
            <p:cNvSpPr/>
            <p:nvPr/>
          </p:nvSpPr>
          <p:spPr>
            <a:xfrm>
              <a:off x="2942684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8" name="Google Shape;13518;p18"/>
            <p:cNvSpPr/>
            <p:nvPr/>
          </p:nvSpPr>
          <p:spPr>
            <a:xfrm>
              <a:off x="3062192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9" name="Google Shape;13519;p18"/>
            <p:cNvSpPr/>
            <p:nvPr/>
          </p:nvSpPr>
          <p:spPr>
            <a:xfrm>
              <a:off x="3181700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0" name="Google Shape;13520;p18"/>
            <p:cNvSpPr/>
            <p:nvPr/>
          </p:nvSpPr>
          <p:spPr>
            <a:xfrm>
              <a:off x="3301209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1" name="Google Shape;13521;p18"/>
            <p:cNvSpPr/>
            <p:nvPr/>
          </p:nvSpPr>
          <p:spPr>
            <a:xfrm>
              <a:off x="3420717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2" name="Google Shape;13522;p18"/>
            <p:cNvSpPr/>
            <p:nvPr/>
          </p:nvSpPr>
          <p:spPr>
            <a:xfrm>
              <a:off x="313503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3" name="Google Shape;13523;p18"/>
            <p:cNvSpPr/>
            <p:nvPr/>
          </p:nvSpPr>
          <p:spPr>
            <a:xfrm>
              <a:off x="433011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4" name="Google Shape;13524;p18"/>
            <p:cNvSpPr/>
            <p:nvPr/>
          </p:nvSpPr>
          <p:spPr>
            <a:xfrm>
              <a:off x="552519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5" name="Google Shape;13525;p18"/>
            <p:cNvSpPr/>
            <p:nvPr/>
          </p:nvSpPr>
          <p:spPr>
            <a:xfrm>
              <a:off x="672027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6" name="Google Shape;13526;p18"/>
            <p:cNvSpPr/>
            <p:nvPr/>
          </p:nvSpPr>
          <p:spPr>
            <a:xfrm>
              <a:off x="791536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7" name="Google Shape;13527;p18"/>
            <p:cNvSpPr/>
            <p:nvPr/>
          </p:nvSpPr>
          <p:spPr>
            <a:xfrm>
              <a:off x="911044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8" name="Google Shape;13528;p18"/>
            <p:cNvSpPr/>
            <p:nvPr/>
          </p:nvSpPr>
          <p:spPr>
            <a:xfrm>
              <a:off x="1030552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9" name="Google Shape;13529;p18"/>
            <p:cNvSpPr/>
            <p:nvPr/>
          </p:nvSpPr>
          <p:spPr>
            <a:xfrm>
              <a:off x="1150060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0" name="Google Shape;13530;p18"/>
            <p:cNvSpPr/>
            <p:nvPr/>
          </p:nvSpPr>
          <p:spPr>
            <a:xfrm>
              <a:off x="1269568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1" name="Google Shape;13531;p18"/>
            <p:cNvSpPr/>
            <p:nvPr/>
          </p:nvSpPr>
          <p:spPr>
            <a:xfrm>
              <a:off x="1389077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2" name="Google Shape;13532;p18"/>
            <p:cNvSpPr/>
            <p:nvPr/>
          </p:nvSpPr>
          <p:spPr>
            <a:xfrm>
              <a:off x="1508585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3" name="Google Shape;13533;p18"/>
            <p:cNvSpPr/>
            <p:nvPr/>
          </p:nvSpPr>
          <p:spPr>
            <a:xfrm>
              <a:off x="1628093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4" name="Google Shape;13534;p18"/>
            <p:cNvSpPr/>
            <p:nvPr/>
          </p:nvSpPr>
          <p:spPr>
            <a:xfrm>
              <a:off x="1747601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5" name="Google Shape;13535;p18"/>
            <p:cNvSpPr/>
            <p:nvPr/>
          </p:nvSpPr>
          <p:spPr>
            <a:xfrm>
              <a:off x="1867110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6" name="Google Shape;13536;p18"/>
            <p:cNvSpPr/>
            <p:nvPr/>
          </p:nvSpPr>
          <p:spPr>
            <a:xfrm>
              <a:off x="1986618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7" name="Google Shape;13537;p18"/>
            <p:cNvSpPr/>
            <p:nvPr/>
          </p:nvSpPr>
          <p:spPr>
            <a:xfrm>
              <a:off x="2106126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8" name="Google Shape;13538;p18"/>
            <p:cNvSpPr/>
            <p:nvPr/>
          </p:nvSpPr>
          <p:spPr>
            <a:xfrm>
              <a:off x="2225634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9" name="Google Shape;13539;p18"/>
            <p:cNvSpPr/>
            <p:nvPr/>
          </p:nvSpPr>
          <p:spPr>
            <a:xfrm>
              <a:off x="2345143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0" name="Google Shape;13540;p18"/>
            <p:cNvSpPr/>
            <p:nvPr/>
          </p:nvSpPr>
          <p:spPr>
            <a:xfrm>
              <a:off x="2464651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1" name="Google Shape;13541;p18"/>
            <p:cNvSpPr/>
            <p:nvPr/>
          </p:nvSpPr>
          <p:spPr>
            <a:xfrm>
              <a:off x="2584159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2" name="Google Shape;13542;p18"/>
            <p:cNvSpPr/>
            <p:nvPr/>
          </p:nvSpPr>
          <p:spPr>
            <a:xfrm>
              <a:off x="2703667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3" name="Google Shape;13543;p18"/>
            <p:cNvSpPr/>
            <p:nvPr/>
          </p:nvSpPr>
          <p:spPr>
            <a:xfrm>
              <a:off x="2823176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4" name="Google Shape;13544;p18"/>
            <p:cNvSpPr/>
            <p:nvPr/>
          </p:nvSpPr>
          <p:spPr>
            <a:xfrm>
              <a:off x="2942684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5" name="Google Shape;13545;p18"/>
            <p:cNvSpPr/>
            <p:nvPr/>
          </p:nvSpPr>
          <p:spPr>
            <a:xfrm>
              <a:off x="3062192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6" name="Google Shape;13546;p18"/>
            <p:cNvSpPr/>
            <p:nvPr/>
          </p:nvSpPr>
          <p:spPr>
            <a:xfrm>
              <a:off x="3181700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7" name="Google Shape;13547;p18"/>
            <p:cNvSpPr/>
            <p:nvPr/>
          </p:nvSpPr>
          <p:spPr>
            <a:xfrm>
              <a:off x="3301209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8" name="Google Shape;13548;p18"/>
            <p:cNvSpPr/>
            <p:nvPr/>
          </p:nvSpPr>
          <p:spPr>
            <a:xfrm>
              <a:off x="3420717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9" name="Google Shape;13549;p18"/>
            <p:cNvSpPr/>
            <p:nvPr/>
          </p:nvSpPr>
          <p:spPr>
            <a:xfrm>
              <a:off x="313503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0" name="Google Shape;13550;p18"/>
            <p:cNvSpPr/>
            <p:nvPr/>
          </p:nvSpPr>
          <p:spPr>
            <a:xfrm>
              <a:off x="433011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1" name="Google Shape;13551;p18"/>
            <p:cNvSpPr/>
            <p:nvPr/>
          </p:nvSpPr>
          <p:spPr>
            <a:xfrm>
              <a:off x="552519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2" name="Google Shape;13552;p18"/>
            <p:cNvSpPr/>
            <p:nvPr/>
          </p:nvSpPr>
          <p:spPr>
            <a:xfrm>
              <a:off x="672027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3" name="Google Shape;13553;p18"/>
            <p:cNvSpPr/>
            <p:nvPr/>
          </p:nvSpPr>
          <p:spPr>
            <a:xfrm>
              <a:off x="791536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4" name="Google Shape;13554;p18"/>
            <p:cNvSpPr/>
            <p:nvPr/>
          </p:nvSpPr>
          <p:spPr>
            <a:xfrm>
              <a:off x="911044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5" name="Google Shape;13555;p18"/>
            <p:cNvSpPr/>
            <p:nvPr/>
          </p:nvSpPr>
          <p:spPr>
            <a:xfrm>
              <a:off x="1030552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6" name="Google Shape;13556;p18"/>
            <p:cNvSpPr/>
            <p:nvPr/>
          </p:nvSpPr>
          <p:spPr>
            <a:xfrm>
              <a:off x="1150060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7" name="Google Shape;13557;p18"/>
            <p:cNvSpPr/>
            <p:nvPr/>
          </p:nvSpPr>
          <p:spPr>
            <a:xfrm>
              <a:off x="1269568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8" name="Google Shape;13558;p18"/>
            <p:cNvSpPr/>
            <p:nvPr/>
          </p:nvSpPr>
          <p:spPr>
            <a:xfrm>
              <a:off x="1389077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9" name="Google Shape;13559;p18"/>
            <p:cNvSpPr/>
            <p:nvPr/>
          </p:nvSpPr>
          <p:spPr>
            <a:xfrm>
              <a:off x="1508585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0" name="Google Shape;13560;p18"/>
            <p:cNvSpPr/>
            <p:nvPr/>
          </p:nvSpPr>
          <p:spPr>
            <a:xfrm>
              <a:off x="1628093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1" name="Google Shape;13561;p18"/>
            <p:cNvSpPr/>
            <p:nvPr/>
          </p:nvSpPr>
          <p:spPr>
            <a:xfrm>
              <a:off x="1747601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2" name="Google Shape;13562;p18"/>
            <p:cNvSpPr/>
            <p:nvPr/>
          </p:nvSpPr>
          <p:spPr>
            <a:xfrm>
              <a:off x="1867110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3" name="Google Shape;13563;p18"/>
            <p:cNvSpPr/>
            <p:nvPr/>
          </p:nvSpPr>
          <p:spPr>
            <a:xfrm>
              <a:off x="1986618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4" name="Google Shape;13564;p18"/>
            <p:cNvSpPr/>
            <p:nvPr/>
          </p:nvSpPr>
          <p:spPr>
            <a:xfrm>
              <a:off x="2106126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5" name="Google Shape;13565;p18"/>
            <p:cNvSpPr/>
            <p:nvPr/>
          </p:nvSpPr>
          <p:spPr>
            <a:xfrm>
              <a:off x="2225634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6" name="Google Shape;13566;p18"/>
            <p:cNvSpPr/>
            <p:nvPr/>
          </p:nvSpPr>
          <p:spPr>
            <a:xfrm>
              <a:off x="2345143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7" name="Google Shape;13567;p18"/>
            <p:cNvSpPr/>
            <p:nvPr/>
          </p:nvSpPr>
          <p:spPr>
            <a:xfrm>
              <a:off x="2464651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8" name="Google Shape;13568;p18"/>
            <p:cNvSpPr/>
            <p:nvPr/>
          </p:nvSpPr>
          <p:spPr>
            <a:xfrm>
              <a:off x="2584159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9" name="Google Shape;13569;p18"/>
            <p:cNvSpPr/>
            <p:nvPr/>
          </p:nvSpPr>
          <p:spPr>
            <a:xfrm>
              <a:off x="2703667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0" name="Google Shape;13570;p18"/>
            <p:cNvSpPr/>
            <p:nvPr/>
          </p:nvSpPr>
          <p:spPr>
            <a:xfrm>
              <a:off x="2823176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1" name="Google Shape;13571;p18"/>
            <p:cNvSpPr/>
            <p:nvPr/>
          </p:nvSpPr>
          <p:spPr>
            <a:xfrm>
              <a:off x="2942684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2" name="Google Shape;13572;p18"/>
            <p:cNvSpPr/>
            <p:nvPr/>
          </p:nvSpPr>
          <p:spPr>
            <a:xfrm>
              <a:off x="3062192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3" name="Google Shape;13573;p18"/>
            <p:cNvSpPr/>
            <p:nvPr/>
          </p:nvSpPr>
          <p:spPr>
            <a:xfrm>
              <a:off x="3181700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4" name="Google Shape;13574;p18"/>
            <p:cNvSpPr/>
            <p:nvPr/>
          </p:nvSpPr>
          <p:spPr>
            <a:xfrm>
              <a:off x="3301209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5" name="Google Shape;13575;p18"/>
            <p:cNvSpPr/>
            <p:nvPr/>
          </p:nvSpPr>
          <p:spPr>
            <a:xfrm>
              <a:off x="3420717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6" name="Google Shape;13576;p18"/>
            <p:cNvSpPr/>
            <p:nvPr/>
          </p:nvSpPr>
          <p:spPr>
            <a:xfrm>
              <a:off x="313503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7" name="Google Shape;13577;p18"/>
            <p:cNvSpPr/>
            <p:nvPr/>
          </p:nvSpPr>
          <p:spPr>
            <a:xfrm>
              <a:off x="433011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8" name="Google Shape;13578;p18"/>
            <p:cNvSpPr/>
            <p:nvPr/>
          </p:nvSpPr>
          <p:spPr>
            <a:xfrm>
              <a:off x="552519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9" name="Google Shape;13579;p18"/>
            <p:cNvSpPr/>
            <p:nvPr/>
          </p:nvSpPr>
          <p:spPr>
            <a:xfrm>
              <a:off x="672027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0" name="Google Shape;13580;p18"/>
            <p:cNvSpPr/>
            <p:nvPr/>
          </p:nvSpPr>
          <p:spPr>
            <a:xfrm>
              <a:off x="791536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1" name="Google Shape;13581;p18"/>
            <p:cNvSpPr/>
            <p:nvPr/>
          </p:nvSpPr>
          <p:spPr>
            <a:xfrm>
              <a:off x="911044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2" name="Google Shape;13582;p18"/>
            <p:cNvSpPr/>
            <p:nvPr/>
          </p:nvSpPr>
          <p:spPr>
            <a:xfrm>
              <a:off x="1030552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3" name="Google Shape;13583;p18"/>
            <p:cNvSpPr/>
            <p:nvPr/>
          </p:nvSpPr>
          <p:spPr>
            <a:xfrm>
              <a:off x="1150060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4" name="Google Shape;13584;p18"/>
            <p:cNvSpPr/>
            <p:nvPr/>
          </p:nvSpPr>
          <p:spPr>
            <a:xfrm>
              <a:off x="1269568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5" name="Google Shape;13585;p18"/>
            <p:cNvSpPr/>
            <p:nvPr/>
          </p:nvSpPr>
          <p:spPr>
            <a:xfrm>
              <a:off x="1389077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6" name="Google Shape;13586;p18"/>
            <p:cNvSpPr/>
            <p:nvPr/>
          </p:nvSpPr>
          <p:spPr>
            <a:xfrm>
              <a:off x="1508585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7" name="Google Shape;13587;p18"/>
            <p:cNvSpPr/>
            <p:nvPr/>
          </p:nvSpPr>
          <p:spPr>
            <a:xfrm>
              <a:off x="1628093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8" name="Google Shape;13588;p18"/>
            <p:cNvSpPr/>
            <p:nvPr/>
          </p:nvSpPr>
          <p:spPr>
            <a:xfrm>
              <a:off x="1747601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9" name="Google Shape;13589;p18"/>
            <p:cNvSpPr/>
            <p:nvPr/>
          </p:nvSpPr>
          <p:spPr>
            <a:xfrm>
              <a:off x="1867110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0" name="Google Shape;13590;p18"/>
            <p:cNvSpPr/>
            <p:nvPr/>
          </p:nvSpPr>
          <p:spPr>
            <a:xfrm>
              <a:off x="1986618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1" name="Google Shape;13591;p18"/>
            <p:cNvSpPr/>
            <p:nvPr/>
          </p:nvSpPr>
          <p:spPr>
            <a:xfrm>
              <a:off x="2106126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2" name="Google Shape;13592;p18"/>
            <p:cNvSpPr/>
            <p:nvPr/>
          </p:nvSpPr>
          <p:spPr>
            <a:xfrm>
              <a:off x="2225634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3" name="Google Shape;13593;p18"/>
            <p:cNvSpPr/>
            <p:nvPr/>
          </p:nvSpPr>
          <p:spPr>
            <a:xfrm>
              <a:off x="2345143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4" name="Google Shape;13594;p18"/>
            <p:cNvSpPr/>
            <p:nvPr/>
          </p:nvSpPr>
          <p:spPr>
            <a:xfrm>
              <a:off x="2464651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5" name="Google Shape;13595;p18"/>
            <p:cNvSpPr/>
            <p:nvPr/>
          </p:nvSpPr>
          <p:spPr>
            <a:xfrm>
              <a:off x="2584159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6" name="Google Shape;13596;p18"/>
            <p:cNvSpPr/>
            <p:nvPr/>
          </p:nvSpPr>
          <p:spPr>
            <a:xfrm>
              <a:off x="2703667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7" name="Google Shape;13597;p18"/>
            <p:cNvSpPr/>
            <p:nvPr/>
          </p:nvSpPr>
          <p:spPr>
            <a:xfrm>
              <a:off x="2823176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8" name="Google Shape;13598;p18"/>
            <p:cNvSpPr/>
            <p:nvPr/>
          </p:nvSpPr>
          <p:spPr>
            <a:xfrm>
              <a:off x="2942684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9" name="Google Shape;13599;p18"/>
            <p:cNvSpPr/>
            <p:nvPr/>
          </p:nvSpPr>
          <p:spPr>
            <a:xfrm>
              <a:off x="3062192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0" name="Google Shape;13600;p18"/>
            <p:cNvSpPr/>
            <p:nvPr/>
          </p:nvSpPr>
          <p:spPr>
            <a:xfrm>
              <a:off x="3181700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1" name="Google Shape;13601;p18"/>
            <p:cNvSpPr/>
            <p:nvPr/>
          </p:nvSpPr>
          <p:spPr>
            <a:xfrm>
              <a:off x="3301209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2" name="Google Shape;13602;p18"/>
            <p:cNvSpPr/>
            <p:nvPr/>
          </p:nvSpPr>
          <p:spPr>
            <a:xfrm>
              <a:off x="3420717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3" name="Google Shape;13603;p18"/>
            <p:cNvSpPr/>
            <p:nvPr/>
          </p:nvSpPr>
          <p:spPr>
            <a:xfrm>
              <a:off x="313503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4" name="Google Shape;13604;p18"/>
            <p:cNvSpPr/>
            <p:nvPr/>
          </p:nvSpPr>
          <p:spPr>
            <a:xfrm>
              <a:off x="433011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5" name="Google Shape;13605;p18"/>
            <p:cNvSpPr/>
            <p:nvPr/>
          </p:nvSpPr>
          <p:spPr>
            <a:xfrm>
              <a:off x="552519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6" name="Google Shape;13606;p18"/>
            <p:cNvSpPr/>
            <p:nvPr/>
          </p:nvSpPr>
          <p:spPr>
            <a:xfrm>
              <a:off x="672027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7" name="Google Shape;13607;p18"/>
            <p:cNvSpPr/>
            <p:nvPr/>
          </p:nvSpPr>
          <p:spPr>
            <a:xfrm>
              <a:off x="791536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8" name="Google Shape;13608;p18"/>
            <p:cNvSpPr/>
            <p:nvPr/>
          </p:nvSpPr>
          <p:spPr>
            <a:xfrm>
              <a:off x="911044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9" name="Google Shape;13609;p18"/>
            <p:cNvSpPr/>
            <p:nvPr/>
          </p:nvSpPr>
          <p:spPr>
            <a:xfrm>
              <a:off x="1030552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0" name="Google Shape;13610;p18"/>
            <p:cNvSpPr/>
            <p:nvPr/>
          </p:nvSpPr>
          <p:spPr>
            <a:xfrm>
              <a:off x="1150060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1" name="Google Shape;13611;p18"/>
            <p:cNvSpPr/>
            <p:nvPr/>
          </p:nvSpPr>
          <p:spPr>
            <a:xfrm>
              <a:off x="1269568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2" name="Google Shape;13612;p18"/>
            <p:cNvSpPr/>
            <p:nvPr/>
          </p:nvSpPr>
          <p:spPr>
            <a:xfrm>
              <a:off x="1389077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3" name="Google Shape;13613;p18"/>
            <p:cNvSpPr/>
            <p:nvPr/>
          </p:nvSpPr>
          <p:spPr>
            <a:xfrm>
              <a:off x="1508585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4" name="Google Shape;13614;p18"/>
            <p:cNvSpPr/>
            <p:nvPr/>
          </p:nvSpPr>
          <p:spPr>
            <a:xfrm>
              <a:off x="1628093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5" name="Google Shape;13615;p18"/>
            <p:cNvSpPr/>
            <p:nvPr/>
          </p:nvSpPr>
          <p:spPr>
            <a:xfrm>
              <a:off x="1747601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6" name="Google Shape;13616;p18"/>
            <p:cNvSpPr/>
            <p:nvPr/>
          </p:nvSpPr>
          <p:spPr>
            <a:xfrm>
              <a:off x="1867110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7" name="Google Shape;13617;p18"/>
            <p:cNvSpPr/>
            <p:nvPr/>
          </p:nvSpPr>
          <p:spPr>
            <a:xfrm>
              <a:off x="1986618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8" name="Google Shape;13618;p18"/>
            <p:cNvSpPr/>
            <p:nvPr/>
          </p:nvSpPr>
          <p:spPr>
            <a:xfrm>
              <a:off x="2106126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9" name="Google Shape;13619;p18"/>
            <p:cNvSpPr/>
            <p:nvPr/>
          </p:nvSpPr>
          <p:spPr>
            <a:xfrm>
              <a:off x="2225634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0" name="Google Shape;13620;p18"/>
            <p:cNvSpPr/>
            <p:nvPr/>
          </p:nvSpPr>
          <p:spPr>
            <a:xfrm>
              <a:off x="2345143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1" name="Google Shape;13621;p18"/>
            <p:cNvSpPr/>
            <p:nvPr/>
          </p:nvSpPr>
          <p:spPr>
            <a:xfrm>
              <a:off x="2464651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2" name="Google Shape;13622;p18"/>
            <p:cNvSpPr/>
            <p:nvPr/>
          </p:nvSpPr>
          <p:spPr>
            <a:xfrm>
              <a:off x="2584159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3" name="Google Shape;13623;p18"/>
            <p:cNvSpPr/>
            <p:nvPr/>
          </p:nvSpPr>
          <p:spPr>
            <a:xfrm>
              <a:off x="2703667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4" name="Google Shape;13624;p18"/>
            <p:cNvSpPr/>
            <p:nvPr/>
          </p:nvSpPr>
          <p:spPr>
            <a:xfrm>
              <a:off x="2823176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5" name="Google Shape;13625;p18"/>
            <p:cNvSpPr/>
            <p:nvPr/>
          </p:nvSpPr>
          <p:spPr>
            <a:xfrm>
              <a:off x="2942684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6" name="Google Shape;13626;p18"/>
            <p:cNvSpPr/>
            <p:nvPr/>
          </p:nvSpPr>
          <p:spPr>
            <a:xfrm>
              <a:off x="3062192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7" name="Google Shape;13627;p18"/>
            <p:cNvSpPr/>
            <p:nvPr/>
          </p:nvSpPr>
          <p:spPr>
            <a:xfrm>
              <a:off x="3181700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8" name="Google Shape;13628;p18"/>
            <p:cNvSpPr/>
            <p:nvPr/>
          </p:nvSpPr>
          <p:spPr>
            <a:xfrm>
              <a:off x="3301209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9" name="Google Shape;13629;p18"/>
            <p:cNvSpPr/>
            <p:nvPr/>
          </p:nvSpPr>
          <p:spPr>
            <a:xfrm>
              <a:off x="3420717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0" name="Google Shape;13630;p18"/>
            <p:cNvSpPr/>
            <p:nvPr/>
          </p:nvSpPr>
          <p:spPr>
            <a:xfrm>
              <a:off x="313503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1" name="Google Shape;13631;p18"/>
            <p:cNvSpPr/>
            <p:nvPr/>
          </p:nvSpPr>
          <p:spPr>
            <a:xfrm>
              <a:off x="433011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2" name="Google Shape;13632;p18"/>
            <p:cNvSpPr/>
            <p:nvPr/>
          </p:nvSpPr>
          <p:spPr>
            <a:xfrm>
              <a:off x="552519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3" name="Google Shape;13633;p18"/>
            <p:cNvSpPr/>
            <p:nvPr/>
          </p:nvSpPr>
          <p:spPr>
            <a:xfrm>
              <a:off x="672027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4" name="Google Shape;13634;p18"/>
            <p:cNvSpPr/>
            <p:nvPr/>
          </p:nvSpPr>
          <p:spPr>
            <a:xfrm>
              <a:off x="791536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5" name="Google Shape;13635;p18"/>
            <p:cNvSpPr/>
            <p:nvPr/>
          </p:nvSpPr>
          <p:spPr>
            <a:xfrm>
              <a:off x="911044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6" name="Google Shape;13636;p18"/>
            <p:cNvSpPr/>
            <p:nvPr/>
          </p:nvSpPr>
          <p:spPr>
            <a:xfrm>
              <a:off x="1030552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7" name="Google Shape;13637;p18"/>
            <p:cNvSpPr/>
            <p:nvPr/>
          </p:nvSpPr>
          <p:spPr>
            <a:xfrm>
              <a:off x="1150060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8" name="Google Shape;13638;p18"/>
            <p:cNvSpPr/>
            <p:nvPr/>
          </p:nvSpPr>
          <p:spPr>
            <a:xfrm>
              <a:off x="1269568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9" name="Google Shape;13639;p18"/>
            <p:cNvSpPr/>
            <p:nvPr/>
          </p:nvSpPr>
          <p:spPr>
            <a:xfrm>
              <a:off x="1389077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0" name="Google Shape;13640;p18"/>
            <p:cNvSpPr/>
            <p:nvPr/>
          </p:nvSpPr>
          <p:spPr>
            <a:xfrm>
              <a:off x="1508585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1" name="Google Shape;13641;p18"/>
            <p:cNvSpPr/>
            <p:nvPr/>
          </p:nvSpPr>
          <p:spPr>
            <a:xfrm>
              <a:off x="1628093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2" name="Google Shape;13642;p18"/>
            <p:cNvSpPr/>
            <p:nvPr/>
          </p:nvSpPr>
          <p:spPr>
            <a:xfrm>
              <a:off x="1747601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3" name="Google Shape;13643;p18"/>
            <p:cNvSpPr/>
            <p:nvPr/>
          </p:nvSpPr>
          <p:spPr>
            <a:xfrm>
              <a:off x="1867110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4" name="Google Shape;13644;p18"/>
            <p:cNvSpPr/>
            <p:nvPr/>
          </p:nvSpPr>
          <p:spPr>
            <a:xfrm>
              <a:off x="1986618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5" name="Google Shape;13645;p18"/>
            <p:cNvSpPr/>
            <p:nvPr/>
          </p:nvSpPr>
          <p:spPr>
            <a:xfrm>
              <a:off x="2106126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6" name="Google Shape;13646;p18"/>
            <p:cNvSpPr/>
            <p:nvPr/>
          </p:nvSpPr>
          <p:spPr>
            <a:xfrm>
              <a:off x="2225634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7" name="Google Shape;13647;p18"/>
            <p:cNvSpPr/>
            <p:nvPr/>
          </p:nvSpPr>
          <p:spPr>
            <a:xfrm>
              <a:off x="2345143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8" name="Google Shape;13648;p18"/>
            <p:cNvSpPr/>
            <p:nvPr/>
          </p:nvSpPr>
          <p:spPr>
            <a:xfrm>
              <a:off x="2464651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9" name="Google Shape;13649;p18"/>
            <p:cNvSpPr/>
            <p:nvPr/>
          </p:nvSpPr>
          <p:spPr>
            <a:xfrm>
              <a:off x="2584159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0" name="Google Shape;13650;p18"/>
            <p:cNvSpPr/>
            <p:nvPr/>
          </p:nvSpPr>
          <p:spPr>
            <a:xfrm>
              <a:off x="2703667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1" name="Google Shape;13651;p18"/>
            <p:cNvSpPr/>
            <p:nvPr/>
          </p:nvSpPr>
          <p:spPr>
            <a:xfrm>
              <a:off x="2823176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2" name="Google Shape;13652;p18"/>
            <p:cNvSpPr/>
            <p:nvPr/>
          </p:nvSpPr>
          <p:spPr>
            <a:xfrm>
              <a:off x="2942684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3" name="Google Shape;13653;p18"/>
            <p:cNvSpPr/>
            <p:nvPr/>
          </p:nvSpPr>
          <p:spPr>
            <a:xfrm>
              <a:off x="3062192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4" name="Google Shape;13654;p18"/>
            <p:cNvSpPr/>
            <p:nvPr/>
          </p:nvSpPr>
          <p:spPr>
            <a:xfrm>
              <a:off x="3181700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5" name="Google Shape;13655;p18"/>
            <p:cNvSpPr/>
            <p:nvPr/>
          </p:nvSpPr>
          <p:spPr>
            <a:xfrm>
              <a:off x="3301209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6" name="Google Shape;13656;p18"/>
            <p:cNvSpPr/>
            <p:nvPr/>
          </p:nvSpPr>
          <p:spPr>
            <a:xfrm>
              <a:off x="3420717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7" name="Google Shape;13657;p18"/>
            <p:cNvSpPr/>
            <p:nvPr/>
          </p:nvSpPr>
          <p:spPr>
            <a:xfrm>
              <a:off x="313503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8" name="Google Shape;13658;p18"/>
            <p:cNvSpPr/>
            <p:nvPr/>
          </p:nvSpPr>
          <p:spPr>
            <a:xfrm>
              <a:off x="433011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9" name="Google Shape;13659;p18"/>
            <p:cNvSpPr/>
            <p:nvPr/>
          </p:nvSpPr>
          <p:spPr>
            <a:xfrm>
              <a:off x="552519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0" name="Google Shape;13660;p18"/>
            <p:cNvSpPr/>
            <p:nvPr/>
          </p:nvSpPr>
          <p:spPr>
            <a:xfrm>
              <a:off x="672027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1" name="Google Shape;13661;p18"/>
            <p:cNvSpPr/>
            <p:nvPr/>
          </p:nvSpPr>
          <p:spPr>
            <a:xfrm>
              <a:off x="791536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2" name="Google Shape;13662;p18"/>
            <p:cNvSpPr/>
            <p:nvPr/>
          </p:nvSpPr>
          <p:spPr>
            <a:xfrm>
              <a:off x="911044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3" name="Google Shape;13663;p18"/>
            <p:cNvSpPr/>
            <p:nvPr/>
          </p:nvSpPr>
          <p:spPr>
            <a:xfrm>
              <a:off x="1030552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4" name="Google Shape;13664;p18"/>
            <p:cNvSpPr/>
            <p:nvPr/>
          </p:nvSpPr>
          <p:spPr>
            <a:xfrm>
              <a:off x="1150060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5" name="Google Shape;13665;p18"/>
            <p:cNvSpPr/>
            <p:nvPr/>
          </p:nvSpPr>
          <p:spPr>
            <a:xfrm>
              <a:off x="1269568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6" name="Google Shape;13666;p18"/>
            <p:cNvSpPr/>
            <p:nvPr/>
          </p:nvSpPr>
          <p:spPr>
            <a:xfrm>
              <a:off x="1389077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7" name="Google Shape;13667;p18"/>
            <p:cNvSpPr/>
            <p:nvPr/>
          </p:nvSpPr>
          <p:spPr>
            <a:xfrm>
              <a:off x="1508585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8" name="Google Shape;13668;p18"/>
            <p:cNvSpPr/>
            <p:nvPr/>
          </p:nvSpPr>
          <p:spPr>
            <a:xfrm>
              <a:off x="1628093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9" name="Google Shape;13669;p18"/>
            <p:cNvSpPr/>
            <p:nvPr/>
          </p:nvSpPr>
          <p:spPr>
            <a:xfrm>
              <a:off x="1747601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0" name="Google Shape;13670;p18"/>
            <p:cNvSpPr/>
            <p:nvPr/>
          </p:nvSpPr>
          <p:spPr>
            <a:xfrm>
              <a:off x="1867110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1" name="Google Shape;13671;p18"/>
            <p:cNvSpPr/>
            <p:nvPr/>
          </p:nvSpPr>
          <p:spPr>
            <a:xfrm>
              <a:off x="1986618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2" name="Google Shape;13672;p18"/>
            <p:cNvSpPr/>
            <p:nvPr/>
          </p:nvSpPr>
          <p:spPr>
            <a:xfrm>
              <a:off x="2106126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3" name="Google Shape;13673;p18"/>
            <p:cNvSpPr/>
            <p:nvPr/>
          </p:nvSpPr>
          <p:spPr>
            <a:xfrm>
              <a:off x="2225634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4" name="Google Shape;13674;p18"/>
            <p:cNvSpPr/>
            <p:nvPr/>
          </p:nvSpPr>
          <p:spPr>
            <a:xfrm>
              <a:off x="2345143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5" name="Google Shape;13675;p18"/>
            <p:cNvSpPr/>
            <p:nvPr/>
          </p:nvSpPr>
          <p:spPr>
            <a:xfrm>
              <a:off x="2464651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6" name="Google Shape;13676;p18"/>
            <p:cNvSpPr/>
            <p:nvPr/>
          </p:nvSpPr>
          <p:spPr>
            <a:xfrm>
              <a:off x="2584159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7" name="Google Shape;13677;p18"/>
            <p:cNvSpPr/>
            <p:nvPr/>
          </p:nvSpPr>
          <p:spPr>
            <a:xfrm>
              <a:off x="2703667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8" name="Google Shape;13678;p18"/>
            <p:cNvSpPr/>
            <p:nvPr/>
          </p:nvSpPr>
          <p:spPr>
            <a:xfrm>
              <a:off x="2823176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9" name="Google Shape;13679;p18"/>
            <p:cNvSpPr/>
            <p:nvPr/>
          </p:nvSpPr>
          <p:spPr>
            <a:xfrm>
              <a:off x="2942684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0" name="Google Shape;13680;p18"/>
            <p:cNvSpPr/>
            <p:nvPr/>
          </p:nvSpPr>
          <p:spPr>
            <a:xfrm>
              <a:off x="3062192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1" name="Google Shape;13681;p18"/>
            <p:cNvSpPr/>
            <p:nvPr/>
          </p:nvSpPr>
          <p:spPr>
            <a:xfrm>
              <a:off x="3181700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2" name="Google Shape;13682;p18"/>
            <p:cNvSpPr/>
            <p:nvPr/>
          </p:nvSpPr>
          <p:spPr>
            <a:xfrm>
              <a:off x="3301209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3" name="Google Shape;13683;p18"/>
            <p:cNvSpPr/>
            <p:nvPr/>
          </p:nvSpPr>
          <p:spPr>
            <a:xfrm>
              <a:off x="3420717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4" name="Google Shape;13684;p18"/>
            <p:cNvSpPr/>
            <p:nvPr/>
          </p:nvSpPr>
          <p:spPr>
            <a:xfrm>
              <a:off x="313503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5" name="Google Shape;13685;p18"/>
            <p:cNvSpPr/>
            <p:nvPr/>
          </p:nvSpPr>
          <p:spPr>
            <a:xfrm>
              <a:off x="433011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6" name="Google Shape;13686;p18"/>
            <p:cNvSpPr/>
            <p:nvPr/>
          </p:nvSpPr>
          <p:spPr>
            <a:xfrm>
              <a:off x="552519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7" name="Google Shape;13687;p18"/>
            <p:cNvSpPr/>
            <p:nvPr/>
          </p:nvSpPr>
          <p:spPr>
            <a:xfrm>
              <a:off x="672027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8" name="Google Shape;13688;p18"/>
            <p:cNvSpPr/>
            <p:nvPr/>
          </p:nvSpPr>
          <p:spPr>
            <a:xfrm>
              <a:off x="791536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9" name="Google Shape;13689;p18"/>
            <p:cNvSpPr/>
            <p:nvPr/>
          </p:nvSpPr>
          <p:spPr>
            <a:xfrm>
              <a:off x="911044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0" name="Google Shape;13690;p18"/>
            <p:cNvSpPr/>
            <p:nvPr/>
          </p:nvSpPr>
          <p:spPr>
            <a:xfrm>
              <a:off x="1030552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1" name="Google Shape;13691;p18"/>
            <p:cNvSpPr/>
            <p:nvPr/>
          </p:nvSpPr>
          <p:spPr>
            <a:xfrm>
              <a:off x="1150060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2" name="Google Shape;13692;p18"/>
            <p:cNvSpPr/>
            <p:nvPr/>
          </p:nvSpPr>
          <p:spPr>
            <a:xfrm>
              <a:off x="1269568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3" name="Google Shape;13693;p18"/>
            <p:cNvSpPr/>
            <p:nvPr/>
          </p:nvSpPr>
          <p:spPr>
            <a:xfrm>
              <a:off x="1389077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4" name="Google Shape;13694;p18"/>
            <p:cNvSpPr/>
            <p:nvPr/>
          </p:nvSpPr>
          <p:spPr>
            <a:xfrm>
              <a:off x="1508585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5" name="Google Shape;13695;p18"/>
            <p:cNvSpPr/>
            <p:nvPr/>
          </p:nvSpPr>
          <p:spPr>
            <a:xfrm>
              <a:off x="1628093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6" name="Google Shape;13696;p18"/>
            <p:cNvSpPr/>
            <p:nvPr/>
          </p:nvSpPr>
          <p:spPr>
            <a:xfrm>
              <a:off x="1747601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7" name="Google Shape;13697;p18"/>
            <p:cNvSpPr/>
            <p:nvPr/>
          </p:nvSpPr>
          <p:spPr>
            <a:xfrm>
              <a:off x="1867110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8" name="Google Shape;13698;p18"/>
            <p:cNvSpPr/>
            <p:nvPr/>
          </p:nvSpPr>
          <p:spPr>
            <a:xfrm>
              <a:off x="1986618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9" name="Google Shape;13699;p18"/>
            <p:cNvSpPr/>
            <p:nvPr/>
          </p:nvSpPr>
          <p:spPr>
            <a:xfrm>
              <a:off x="2106126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0" name="Google Shape;13700;p18"/>
            <p:cNvSpPr/>
            <p:nvPr/>
          </p:nvSpPr>
          <p:spPr>
            <a:xfrm>
              <a:off x="2225634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1" name="Google Shape;13701;p18"/>
            <p:cNvSpPr/>
            <p:nvPr/>
          </p:nvSpPr>
          <p:spPr>
            <a:xfrm>
              <a:off x="2345143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2" name="Google Shape;13702;p18"/>
            <p:cNvSpPr/>
            <p:nvPr/>
          </p:nvSpPr>
          <p:spPr>
            <a:xfrm>
              <a:off x="2464651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3" name="Google Shape;13703;p18"/>
            <p:cNvSpPr/>
            <p:nvPr/>
          </p:nvSpPr>
          <p:spPr>
            <a:xfrm>
              <a:off x="2584159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4" name="Google Shape;13704;p18"/>
            <p:cNvSpPr/>
            <p:nvPr/>
          </p:nvSpPr>
          <p:spPr>
            <a:xfrm>
              <a:off x="2703667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5" name="Google Shape;13705;p18"/>
            <p:cNvSpPr/>
            <p:nvPr/>
          </p:nvSpPr>
          <p:spPr>
            <a:xfrm>
              <a:off x="2823176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6" name="Google Shape;13706;p18"/>
            <p:cNvSpPr/>
            <p:nvPr/>
          </p:nvSpPr>
          <p:spPr>
            <a:xfrm>
              <a:off x="2942684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7" name="Google Shape;13707;p18"/>
            <p:cNvSpPr/>
            <p:nvPr/>
          </p:nvSpPr>
          <p:spPr>
            <a:xfrm>
              <a:off x="3062192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8" name="Google Shape;13708;p18"/>
            <p:cNvSpPr/>
            <p:nvPr/>
          </p:nvSpPr>
          <p:spPr>
            <a:xfrm>
              <a:off x="3181700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9" name="Google Shape;13709;p18"/>
            <p:cNvSpPr/>
            <p:nvPr/>
          </p:nvSpPr>
          <p:spPr>
            <a:xfrm>
              <a:off x="3301209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0" name="Google Shape;13710;p18"/>
            <p:cNvSpPr/>
            <p:nvPr/>
          </p:nvSpPr>
          <p:spPr>
            <a:xfrm>
              <a:off x="3420717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1" name="Google Shape;13711;p18"/>
            <p:cNvSpPr/>
            <p:nvPr/>
          </p:nvSpPr>
          <p:spPr>
            <a:xfrm>
              <a:off x="313503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2" name="Google Shape;13712;p18"/>
            <p:cNvSpPr/>
            <p:nvPr/>
          </p:nvSpPr>
          <p:spPr>
            <a:xfrm>
              <a:off x="433011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3" name="Google Shape;13713;p18"/>
            <p:cNvSpPr/>
            <p:nvPr/>
          </p:nvSpPr>
          <p:spPr>
            <a:xfrm>
              <a:off x="552519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4" name="Google Shape;13714;p18"/>
            <p:cNvSpPr/>
            <p:nvPr/>
          </p:nvSpPr>
          <p:spPr>
            <a:xfrm>
              <a:off x="672027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5" name="Google Shape;13715;p18"/>
            <p:cNvSpPr/>
            <p:nvPr/>
          </p:nvSpPr>
          <p:spPr>
            <a:xfrm>
              <a:off x="791536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6" name="Google Shape;13716;p18"/>
            <p:cNvSpPr/>
            <p:nvPr/>
          </p:nvSpPr>
          <p:spPr>
            <a:xfrm>
              <a:off x="911044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7" name="Google Shape;13717;p18"/>
            <p:cNvSpPr/>
            <p:nvPr/>
          </p:nvSpPr>
          <p:spPr>
            <a:xfrm>
              <a:off x="1030552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8" name="Google Shape;13718;p18"/>
            <p:cNvSpPr/>
            <p:nvPr/>
          </p:nvSpPr>
          <p:spPr>
            <a:xfrm>
              <a:off x="1150060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9" name="Google Shape;13719;p18"/>
            <p:cNvSpPr/>
            <p:nvPr/>
          </p:nvSpPr>
          <p:spPr>
            <a:xfrm>
              <a:off x="1269568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0" name="Google Shape;13720;p18"/>
            <p:cNvSpPr/>
            <p:nvPr/>
          </p:nvSpPr>
          <p:spPr>
            <a:xfrm>
              <a:off x="1389077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1" name="Google Shape;13721;p18"/>
            <p:cNvSpPr/>
            <p:nvPr/>
          </p:nvSpPr>
          <p:spPr>
            <a:xfrm>
              <a:off x="1508585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2" name="Google Shape;13722;p18"/>
            <p:cNvSpPr/>
            <p:nvPr/>
          </p:nvSpPr>
          <p:spPr>
            <a:xfrm>
              <a:off x="1628093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3" name="Google Shape;13723;p18"/>
            <p:cNvSpPr/>
            <p:nvPr/>
          </p:nvSpPr>
          <p:spPr>
            <a:xfrm>
              <a:off x="1747601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4" name="Google Shape;13724;p18"/>
            <p:cNvSpPr/>
            <p:nvPr/>
          </p:nvSpPr>
          <p:spPr>
            <a:xfrm>
              <a:off x="1867110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5" name="Google Shape;13725;p18"/>
            <p:cNvSpPr/>
            <p:nvPr/>
          </p:nvSpPr>
          <p:spPr>
            <a:xfrm>
              <a:off x="1986618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6" name="Google Shape;13726;p18"/>
            <p:cNvSpPr/>
            <p:nvPr/>
          </p:nvSpPr>
          <p:spPr>
            <a:xfrm>
              <a:off x="2106126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7" name="Google Shape;13727;p18"/>
            <p:cNvSpPr/>
            <p:nvPr/>
          </p:nvSpPr>
          <p:spPr>
            <a:xfrm>
              <a:off x="2225634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8" name="Google Shape;13728;p18"/>
            <p:cNvSpPr/>
            <p:nvPr/>
          </p:nvSpPr>
          <p:spPr>
            <a:xfrm>
              <a:off x="2345143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9" name="Google Shape;13729;p18"/>
            <p:cNvSpPr/>
            <p:nvPr/>
          </p:nvSpPr>
          <p:spPr>
            <a:xfrm>
              <a:off x="2464651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0" name="Google Shape;13730;p18"/>
            <p:cNvSpPr/>
            <p:nvPr/>
          </p:nvSpPr>
          <p:spPr>
            <a:xfrm>
              <a:off x="2584159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1" name="Google Shape;13731;p18"/>
            <p:cNvSpPr/>
            <p:nvPr/>
          </p:nvSpPr>
          <p:spPr>
            <a:xfrm>
              <a:off x="2703667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2" name="Google Shape;13732;p18"/>
            <p:cNvSpPr/>
            <p:nvPr/>
          </p:nvSpPr>
          <p:spPr>
            <a:xfrm>
              <a:off x="2823176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3" name="Google Shape;13733;p18"/>
            <p:cNvSpPr/>
            <p:nvPr/>
          </p:nvSpPr>
          <p:spPr>
            <a:xfrm>
              <a:off x="2942684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4" name="Google Shape;13734;p18"/>
            <p:cNvSpPr/>
            <p:nvPr/>
          </p:nvSpPr>
          <p:spPr>
            <a:xfrm>
              <a:off x="3062192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5" name="Google Shape;13735;p18"/>
            <p:cNvSpPr/>
            <p:nvPr/>
          </p:nvSpPr>
          <p:spPr>
            <a:xfrm>
              <a:off x="3181700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6" name="Google Shape;13736;p18"/>
            <p:cNvSpPr/>
            <p:nvPr/>
          </p:nvSpPr>
          <p:spPr>
            <a:xfrm>
              <a:off x="3301209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7" name="Google Shape;13737;p18"/>
            <p:cNvSpPr/>
            <p:nvPr/>
          </p:nvSpPr>
          <p:spPr>
            <a:xfrm>
              <a:off x="3420717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8" name="Google Shape;13738;p18"/>
            <p:cNvSpPr/>
            <p:nvPr/>
          </p:nvSpPr>
          <p:spPr>
            <a:xfrm>
              <a:off x="313503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9" name="Google Shape;13739;p18"/>
            <p:cNvSpPr/>
            <p:nvPr/>
          </p:nvSpPr>
          <p:spPr>
            <a:xfrm>
              <a:off x="433011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0" name="Google Shape;13740;p18"/>
            <p:cNvSpPr/>
            <p:nvPr/>
          </p:nvSpPr>
          <p:spPr>
            <a:xfrm>
              <a:off x="552519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1" name="Google Shape;13741;p18"/>
            <p:cNvSpPr/>
            <p:nvPr/>
          </p:nvSpPr>
          <p:spPr>
            <a:xfrm>
              <a:off x="672027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2" name="Google Shape;13742;p18"/>
            <p:cNvSpPr/>
            <p:nvPr/>
          </p:nvSpPr>
          <p:spPr>
            <a:xfrm>
              <a:off x="791536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3" name="Google Shape;13743;p18"/>
            <p:cNvSpPr/>
            <p:nvPr/>
          </p:nvSpPr>
          <p:spPr>
            <a:xfrm>
              <a:off x="911044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4" name="Google Shape;13744;p18"/>
            <p:cNvSpPr/>
            <p:nvPr/>
          </p:nvSpPr>
          <p:spPr>
            <a:xfrm>
              <a:off x="1030552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5" name="Google Shape;13745;p18"/>
            <p:cNvSpPr/>
            <p:nvPr/>
          </p:nvSpPr>
          <p:spPr>
            <a:xfrm>
              <a:off x="1150060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6" name="Google Shape;13746;p18"/>
            <p:cNvSpPr/>
            <p:nvPr/>
          </p:nvSpPr>
          <p:spPr>
            <a:xfrm>
              <a:off x="1269568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7" name="Google Shape;13747;p18"/>
            <p:cNvSpPr/>
            <p:nvPr/>
          </p:nvSpPr>
          <p:spPr>
            <a:xfrm>
              <a:off x="1389077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8" name="Google Shape;13748;p18"/>
            <p:cNvSpPr/>
            <p:nvPr/>
          </p:nvSpPr>
          <p:spPr>
            <a:xfrm>
              <a:off x="1508585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9" name="Google Shape;13749;p18"/>
            <p:cNvSpPr/>
            <p:nvPr/>
          </p:nvSpPr>
          <p:spPr>
            <a:xfrm>
              <a:off x="1628093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0" name="Google Shape;13750;p18"/>
            <p:cNvSpPr/>
            <p:nvPr/>
          </p:nvSpPr>
          <p:spPr>
            <a:xfrm>
              <a:off x="1747601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1" name="Google Shape;13751;p18"/>
            <p:cNvSpPr/>
            <p:nvPr/>
          </p:nvSpPr>
          <p:spPr>
            <a:xfrm>
              <a:off x="1867110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2" name="Google Shape;13752;p18"/>
            <p:cNvSpPr/>
            <p:nvPr/>
          </p:nvSpPr>
          <p:spPr>
            <a:xfrm>
              <a:off x="1986618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3" name="Google Shape;13753;p18"/>
            <p:cNvSpPr/>
            <p:nvPr/>
          </p:nvSpPr>
          <p:spPr>
            <a:xfrm>
              <a:off x="2106126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4" name="Google Shape;13754;p18"/>
            <p:cNvSpPr/>
            <p:nvPr/>
          </p:nvSpPr>
          <p:spPr>
            <a:xfrm>
              <a:off x="2225634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5" name="Google Shape;13755;p18"/>
            <p:cNvSpPr/>
            <p:nvPr/>
          </p:nvSpPr>
          <p:spPr>
            <a:xfrm>
              <a:off x="2345143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6" name="Google Shape;13756;p18"/>
            <p:cNvSpPr/>
            <p:nvPr/>
          </p:nvSpPr>
          <p:spPr>
            <a:xfrm>
              <a:off x="2464651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7" name="Google Shape;13757;p18"/>
            <p:cNvSpPr/>
            <p:nvPr/>
          </p:nvSpPr>
          <p:spPr>
            <a:xfrm>
              <a:off x="2584159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8" name="Google Shape;13758;p18"/>
            <p:cNvSpPr/>
            <p:nvPr/>
          </p:nvSpPr>
          <p:spPr>
            <a:xfrm>
              <a:off x="2703667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9" name="Google Shape;13759;p18"/>
            <p:cNvSpPr/>
            <p:nvPr/>
          </p:nvSpPr>
          <p:spPr>
            <a:xfrm>
              <a:off x="2823176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0" name="Google Shape;13760;p18"/>
            <p:cNvSpPr/>
            <p:nvPr/>
          </p:nvSpPr>
          <p:spPr>
            <a:xfrm>
              <a:off x="2942684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1" name="Google Shape;13761;p18"/>
            <p:cNvSpPr/>
            <p:nvPr/>
          </p:nvSpPr>
          <p:spPr>
            <a:xfrm>
              <a:off x="3062192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2" name="Google Shape;13762;p18"/>
            <p:cNvSpPr/>
            <p:nvPr/>
          </p:nvSpPr>
          <p:spPr>
            <a:xfrm>
              <a:off x="3181700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3" name="Google Shape;13763;p18"/>
            <p:cNvSpPr/>
            <p:nvPr/>
          </p:nvSpPr>
          <p:spPr>
            <a:xfrm>
              <a:off x="3301209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4" name="Google Shape;13764;p18"/>
            <p:cNvSpPr/>
            <p:nvPr/>
          </p:nvSpPr>
          <p:spPr>
            <a:xfrm>
              <a:off x="3420717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5" name="Google Shape;13765;p18"/>
            <p:cNvSpPr/>
            <p:nvPr/>
          </p:nvSpPr>
          <p:spPr>
            <a:xfrm>
              <a:off x="313503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6" name="Google Shape;13766;p18"/>
            <p:cNvSpPr/>
            <p:nvPr/>
          </p:nvSpPr>
          <p:spPr>
            <a:xfrm>
              <a:off x="433011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7" name="Google Shape;13767;p18"/>
            <p:cNvSpPr/>
            <p:nvPr/>
          </p:nvSpPr>
          <p:spPr>
            <a:xfrm>
              <a:off x="552519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8" name="Google Shape;13768;p18"/>
            <p:cNvSpPr/>
            <p:nvPr/>
          </p:nvSpPr>
          <p:spPr>
            <a:xfrm>
              <a:off x="672027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9" name="Google Shape;13769;p18"/>
            <p:cNvSpPr/>
            <p:nvPr/>
          </p:nvSpPr>
          <p:spPr>
            <a:xfrm>
              <a:off x="791536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0" name="Google Shape;13770;p18"/>
            <p:cNvSpPr/>
            <p:nvPr/>
          </p:nvSpPr>
          <p:spPr>
            <a:xfrm>
              <a:off x="911044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1" name="Google Shape;13771;p18"/>
            <p:cNvSpPr/>
            <p:nvPr/>
          </p:nvSpPr>
          <p:spPr>
            <a:xfrm>
              <a:off x="1030552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2" name="Google Shape;13772;p18"/>
            <p:cNvSpPr/>
            <p:nvPr/>
          </p:nvSpPr>
          <p:spPr>
            <a:xfrm>
              <a:off x="1150060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3" name="Google Shape;13773;p18"/>
            <p:cNvSpPr/>
            <p:nvPr/>
          </p:nvSpPr>
          <p:spPr>
            <a:xfrm>
              <a:off x="1269568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4" name="Google Shape;13774;p18"/>
            <p:cNvSpPr/>
            <p:nvPr/>
          </p:nvSpPr>
          <p:spPr>
            <a:xfrm>
              <a:off x="1389077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5" name="Google Shape;13775;p18"/>
            <p:cNvSpPr/>
            <p:nvPr/>
          </p:nvSpPr>
          <p:spPr>
            <a:xfrm>
              <a:off x="1508585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6" name="Google Shape;13776;p18"/>
            <p:cNvSpPr/>
            <p:nvPr/>
          </p:nvSpPr>
          <p:spPr>
            <a:xfrm>
              <a:off x="1628093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7" name="Google Shape;13777;p18"/>
            <p:cNvSpPr/>
            <p:nvPr/>
          </p:nvSpPr>
          <p:spPr>
            <a:xfrm>
              <a:off x="1747601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8" name="Google Shape;13778;p18"/>
            <p:cNvSpPr/>
            <p:nvPr/>
          </p:nvSpPr>
          <p:spPr>
            <a:xfrm>
              <a:off x="1867110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9" name="Google Shape;13779;p18"/>
            <p:cNvSpPr/>
            <p:nvPr/>
          </p:nvSpPr>
          <p:spPr>
            <a:xfrm>
              <a:off x="1986618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0" name="Google Shape;13780;p18"/>
            <p:cNvSpPr/>
            <p:nvPr/>
          </p:nvSpPr>
          <p:spPr>
            <a:xfrm>
              <a:off x="2106126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1" name="Google Shape;13781;p18"/>
            <p:cNvSpPr/>
            <p:nvPr/>
          </p:nvSpPr>
          <p:spPr>
            <a:xfrm>
              <a:off x="2225634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2" name="Google Shape;13782;p18"/>
            <p:cNvSpPr/>
            <p:nvPr/>
          </p:nvSpPr>
          <p:spPr>
            <a:xfrm>
              <a:off x="2345143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3" name="Google Shape;13783;p18"/>
            <p:cNvSpPr/>
            <p:nvPr/>
          </p:nvSpPr>
          <p:spPr>
            <a:xfrm>
              <a:off x="2464651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4" name="Google Shape;13784;p18"/>
            <p:cNvSpPr/>
            <p:nvPr/>
          </p:nvSpPr>
          <p:spPr>
            <a:xfrm>
              <a:off x="2584159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5" name="Google Shape;13785;p18"/>
            <p:cNvSpPr/>
            <p:nvPr/>
          </p:nvSpPr>
          <p:spPr>
            <a:xfrm>
              <a:off x="2703667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6" name="Google Shape;13786;p18"/>
            <p:cNvSpPr/>
            <p:nvPr/>
          </p:nvSpPr>
          <p:spPr>
            <a:xfrm>
              <a:off x="2823176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7" name="Google Shape;13787;p18"/>
            <p:cNvSpPr/>
            <p:nvPr/>
          </p:nvSpPr>
          <p:spPr>
            <a:xfrm>
              <a:off x="2942684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8" name="Google Shape;13788;p18"/>
            <p:cNvSpPr/>
            <p:nvPr/>
          </p:nvSpPr>
          <p:spPr>
            <a:xfrm>
              <a:off x="3062192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9" name="Google Shape;13789;p18"/>
            <p:cNvSpPr/>
            <p:nvPr/>
          </p:nvSpPr>
          <p:spPr>
            <a:xfrm>
              <a:off x="3181700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0" name="Google Shape;13790;p18"/>
            <p:cNvSpPr/>
            <p:nvPr/>
          </p:nvSpPr>
          <p:spPr>
            <a:xfrm>
              <a:off x="3301209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1" name="Google Shape;13791;p18"/>
            <p:cNvSpPr/>
            <p:nvPr/>
          </p:nvSpPr>
          <p:spPr>
            <a:xfrm>
              <a:off x="3420717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2" name="Google Shape;13792;p18"/>
            <p:cNvSpPr/>
            <p:nvPr/>
          </p:nvSpPr>
          <p:spPr>
            <a:xfrm>
              <a:off x="313503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3" name="Google Shape;13793;p18"/>
            <p:cNvSpPr/>
            <p:nvPr/>
          </p:nvSpPr>
          <p:spPr>
            <a:xfrm>
              <a:off x="433011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4" name="Google Shape;13794;p18"/>
            <p:cNvSpPr/>
            <p:nvPr/>
          </p:nvSpPr>
          <p:spPr>
            <a:xfrm>
              <a:off x="552519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5" name="Google Shape;13795;p18"/>
            <p:cNvSpPr/>
            <p:nvPr/>
          </p:nvSpPr>
          <p:spPr>
            <a:xfrm>
              <a:off x="672027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6" name="Google Shape;13796;p18"/>
            <p:cNvSpPr/>
            <p:nvPr/>
          </p:nvSpPr>
          <p:spPr>
            <a:xfrm>
              <a:off x="791536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7" name="Google Shape;13797;p18"/>
            <p:cNvSpPr/>
            <p:nvPr/>
          </p:nvSpPr>
          <p:spPr>
            <a:xfrm>
              <a:off x="911044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8" name="Google Shape;13798;p18"/>
            <p:cNvSpPr/>
            <p:nvPr/>
          </p:nvSpPr>
          <p:spPr>
            <a:xfrm>
              <a:off x="1030552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9" name="Google Shape;13799;p18"/>
            <p:cNvSpPr/>
            <p:nvPr/>
          </p:nvSpPr>
          <p:spPr>
            <a:xfrm>
              <a:off x="1150060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0" name="Google Shape;13800;p18"/>
            <p:cNvSpPr/>
            <p:nvPr/>
          </p:nvSpPr>
          <p:spPr>
            <a:xfrm>
              <a:off x="1269568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1" name="Google Shape;13801;p18"/>
            <p:cNvSpPr/>
            <p:nvPr/>
          </p:nvSpPr>
          <p:spPr>
            <a:xfrm>
              <a:off x="1389077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2" name="Google Shape;13802;p18"/>
            <p:cNvSpPr/>
            <p:nvPr/>
          </p:nvSpPr>
          <p:spPr>
            <a:xfrm>
              <a:off x="1508585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3" name="Google Shape;13803;p18"/>
            <p:cNvSpPr/>
            <p:nvPr/>
          </p:nvSpPr>
          <p:spPr>
            <a:xfrm>
              <a:off x="1628093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4" name="Google Shape;13804;p18"/>
            <p:cNvSpPr/>
            <p:nvPr/>
          </p:nvSpPr>
          <p:spPr>
            <a:xfrm>
              <a:off x="1747601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5" name="Google Shape;13805;p18"/>
            <p:cNvSpPr/>
            <p:nvPr/>
          </p:nvSpPr>
          <p:spPr>
            <a:xfrm>
              <a:off x="1867110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6" name="Google Shape;13806;p18"/>
            <p:cNvSpPr/>
            <p:nvPr/>
          </p:nvSpPr>
          <p:spPr>
            <a:xfrm>
              <a:off x="1986618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7" name="Google Shape;13807;p18"/>
            <p:cNvSpPr/>
            <p:nvPr/>
          </p:nvSpPr>
          <p:spPr>
            <a:xfrm>
              <a:off x="2106126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8" name="Google Shape;13808;p18"/>
            <p:cNvSpPr/>
            <p:nvPr/>
          </p:nvSpPr>
          <p:spPr>
            <a:xfrm>
              <a:off x="2225634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9" name="Google Shape;13809;p18"/>
            <p:cNvSpPr/>
            <p:nvPr/>
          </p:nvSpPr>
          <p:spPr>
            <a:xfrm>
              <a:off x="2345143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0" name="Google Shape;13810;p18"/>
            <p:cNvSpPr/>
            <p:nvPr/>
          </p:nvSpPr>
          <p:spPr>
            <a:xfrm>
              <a:off x="2464651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1" name="Google Shape;13811;p18"/>
            <p:cNvSpPr/>
            <p:nvPr/>
          </p:nvSpPr>
          <p:spPr>
            <a:xfrm>
              <a:off x="2584159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2" name="Google Shape;13812;p18"/>
            <p:cNvSpPr/>
            <p:nvPr/>
          </p:nvSpPr>
          <p:spPr>
            <a:xfrm>
              <a:off x="2703667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3" name="Google Shape;13813;p18"/>
            <p:cNvSpPr/>
            <p:nvPr/>
          </p:nvSpPr>
          <p:spPr>
            <a:xfrm>
              <a:off x="2823176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4" name="Google Shape;13814;p18"/>
            <p:cNvSpPr/>
            <p:nvPr/>
          </p:nvSpPr>
          <p:spPr>
            <a:xfrm>
              <a:off x="2942684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5" name="Google Shape;13815;p18"/>
            <p:cNvSpPr/>
            <p:nvPr/>
          </p:nvSpPr>
          <p:spPr>
            <a:xfrm>
              <a:off x="3062192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6" name="Google Shape;13816;p18"/>
            <p:cNvSpPr/>
            <p:nvPr/>
          </p:nvSpPr>
          <p:spPr>
            <a:xfrm>
              <a:off x="3181700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7" name="Google Shape;13817;p18"/>
            <p:cNvSpPr/>
            <p:nvPr/>
          </p:nvSpPr>
          <p:spPr>
            <a:xfrm>
              <a:off x="3301209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8" name="Google Shape;13818;p18"/>
            <p:cNvSpPr/>
            <p:nvPr/>
          </p:nvSpPr>
          <p:spPr>
            <a:xfrm>
              <a:off x="3420717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9" name="Google Shape;13819;p18"/>
            <p:cNvSpPr/>
            <p:nvPr/>
          </p:nvSpPr>
          <p:spPr>
            <a:xfrm>
              <a:off x="313503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0" name="Google Shape;13820;p18"/>
            <p:cNvSpPr/>
            <p:nvPr/>
          </p:nvSpPr>
          <p:spPr>
            <a:xfrm>
              <a:off x="433011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1" name="Google Shape;13821;p18"/>
            <p:cNvSpPr/>
            <p:nvPr/>
          </p:nvSpPr>
          <p:spPr>
            <a:xfrm>
              <a:off x="552519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2" name="Google Shape;13822;p18"/>
            <p:cNvSpPr/>
            <p:nvPr/>
          </p:nvSpPr>
          <p:spPr>
            <a:xfrm>
              <a:off x="672027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3" name="Google Shape;13823;p18"/>
            <p:cNvSpPr/>
            <p:nvPr/>
          </p:nvSpPr>
          <p:spPr>
            <a:xfrm>
              <a:off x="791536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4" name="Google Shape;13824;p18"/>
            <p:cNvSpPr/>
            <p:nvPr/>
          </p:nvSpPr>
          <p:spPr>
            <a:xfrm>
              <a:off x="911044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5" name="Google Shape;13825;p18"/>
            <p:cNvSpPr/>
            <p:nvPr/>
          </p:nvSpPr>
          <p:spPr>
            <a:xfrm>
              <a:off x="1030552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6" name="Google Shape;13826;p18"/>
            <p:cNvSpPr/>
            <p:nvPr/>
          </p:nvSpPr>
          <p:spPr>
            <a:xfrm>
              <a:off x="1150060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7" name="Google Shape;13827;p18"/>
            <p:cNvSpPr/>
            <p:nvPr/>
          </p:nvSpPr>
          <p:spPr>
            <a:xfrm>
              <a:off x="1269568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8" name="Google Shape;13828;p18"/>
            <p:cNvSpPr/>
            <p:nvPr/>
          </p:nvSpPr>
          <p:spPr>
            <a:xfrm>
              <a:off x="1389077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9" name="Google Shape;13829;p18"/>
            <p:cNvSpPr/>
            <p:nvPr/>
          </p:nvSpPr>
          <p:spPr>
            <a:xfrm>
              <a:off x="1508585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0" name="Google Shape;13830;p18"/>
            <p:cNvSpPr/>
            <p:nvPr/>
          </p:nvSpPr>
          <p:spPr>
            <a:xfrm>
              <a:off x="1628093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1" name="Google Shape;13831;p18"/>
            <p:cNvSpPr/>
            <p:nvPr/>
          </p:nvSpPr>
          <p:spPr>
            <a:xfrm>
              <a:off x="1747601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2" name="Google Shape;13832;p18"/>
            <p:cNvSpPr/>
            <p:nvPr/>
          </p:nvSpPr>
          <p:spPr>
            <a:xfrm>
              <a:off x="1867110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3" name="Google Shape;13833;p18"/>
            <p:cNvSpPr/>
            <p:nvPr/>
          </p:nvSpPr>
          <p:spPr>
            <a:xfrm>
              <a:off x="1986618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4" name="Google Shape;13834;p18"/>
            <p:cNvSpPr/>
            <p:nvPr/>
          </p:nvSpPr>
          <p:spPr>
            <a:xfrm>
              <a:off x="2106126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5" name="Google Shape;13835;p18"/>
            <p:cNvSpPr/>
            <p:nvPr/>
          </p:nvSpPr>
          <p:spPr>
            <a:xfrm>
              <a:off x="2225634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6" name="Google Shape;13836;p18"/>
            <p:cNvSpPr/>
            <p:nvPr/>
          </p:nvSpPr>
          <p:spPr>
            <a:xfrm>
              <a:off x="2345143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7" name="Google Shape;13837;p18"/>
            <p:cNvSpPr/>
            <p:nvPr/>
          </p:nvSpPr>
          <p:spPr>
            <a:xfrm>
              <a:off x="2464651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8" name="Google Shape;13838;p18"/>
            <p:cNvSpPr/>
            <p:nvPr/>
          </p:nvSpPr>
          <p:spPr>
            <a:xfrm>
              <a:off x="2584159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9" name="Google Shape;13839;p18"/>
            <p:cNvSpPr/>
            <p:nvPr/>
          </p:nvSpPr>
          <p:spPr>
            <a:xfrm>
              <a:off x="2703667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0" name="Google Shape;13840;p18"/>
            <p:cNvSpPr/>
            <p:nvPr/>
          </p:nvSpPr>
          <p:spPr>
            <a:xfrm>
              <a:off x="2823176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1" name="Google Shape;13841;p18"/>
            <p:cNvSpPr/>
            <p:nvPr/>
          </p:nvSpPr>
          <p:spPr>
            <a:xfrm>
              <a:off x="2942684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2" name="Google Shape;13842;p18"/>
            <p:cNvSpPr/>
            <p:nvPr/>
          </p:nvSpPr>
          <p:spPr>
            <a:xfrm>
              <a:off x="3062192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3" name="Google Shape;13843;p18"/>
            <p:cNvSpPr/>
            <p:nvPr/>
          </p:nvSpPr>
          <p:spPr>
            <a:xfrm>
              <a:off x="3181700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4" name="Google Shape;13844;p18"/>
            <p:cNvSpPr/>
            <p:nvPr/>
          </p:nvSpPr>
          <p:spPr>
            <a:xfrm>
              <a:off x="3301209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5" name="Google Shape;13845;p18"/>
            <p:cNvSpPr/>
            <p:nvPr/>
          </p:nvSpPr>
          <p:spPr>
            <a:xfrm>
              <a:off x="3420717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6" name="Google Shape;13846;p18"/>
            <p:cNvSpPr/>
            <p:nvPr/>
          </p:nvSpPr>
          <p:spPr>
            <a:xfrm>
              <a:off x="313503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7" name="Google Shape;13847;p18"/>
            <p:cNvSpPr/>
            <p:nvPr/>
          </p:nvSpPr>
          <p:spPr>
            <a:xfrm>
              <a:off x="433011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8" name="Google Shape;13848;p18"/>
            <p:cNvSpPr/>
            <p:nvPr/>
          </p:nvSpPr>
          <p:spPr>
            <a:xfrm>
              <a:off x="552519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9" name="Google Shape;13849;p18"/>
            <p:cNvSpPr/>
            <p:nvPr/>
          </p:nvSpPr>
          <p:spPr>
            <a:xfrm>
              <a:off x="672027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0" name="Google Shape;13850;p18"/>
            <p:cNvSpPr/>
            <p:nvPr/>
          </p:nvSpPr>
          <p:spPr>
            <a:xfrm>
              <a:off x="791536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1" name="Google Shape;13851;p18"/>
            <p:cNvSpPr/>
            <p:nvPr/>
          </p:nvSpPr>
          <p:spPr>
            <a:xfrm>
              <a:off x="911044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2" name="Google Shape;13852;p18"/>
            <p:cNvSpPr/>
            <p:nvPr/>
          </p:nvSpPr>
          <p:spPr>
            <a:xfrm>
              <a:off x="1030552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3" name="Google Shape;13853;p18"/>
            <p:cNvSpPr/>
            <p:nvPr/>
          </p:nvSpPr>
          <p:spPr>
            <a:xfrm>
              <a:off x="1150060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4" name="Google Shape;13854;p18"/>
            <p:cNvSpPr/>
            <p:nvPr/>
          </p:nvSpPr>
          <p:spPr>
            <a:xfrm>
              <a:off x="1269568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5" name="Google Shape;13855;p18"/>
            <p:cNvSpPr/>
            <p:nvPr/>
          </p:nvSpPr>
          <p:spPr>
            <a:xfrm>
              <a:off x="1389077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6" name="Google Shape;13856;p18"/>
            <p:cNvSpPr/>
            <p:nvPr/>
          </p:nvSpPr>
          <p:spPr>
            <a:xfrm>
              <a:off x="1508585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7" name="Google Shape;13857;p18"/>
            <p:cNvSpPr/>
            <p:nvPr/>
          </p:nvSpPr>
          <p:spPr>
            <a:xfrm>
              <a:off x="1628093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8" name="Google Shape;13858;p18"/>
            <p:cNvSpPr/>
            <p:nvPr/>
          </p:nvSpPr>
          <p:spPr>
            <a:xfrm>
              <a:off x="1747601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9" name="Google Shape;13859;p18"/>
            <p:cNvSpPr/>
            <p:nvPr/>
          </p:nvSpPr>
          <p:spPr>
            <a:xfrm>
              <a:off x="1867110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0" name="Google Shape;13860;p18"/>
            <p:cNvSpPr/>
            <p:nvPr/>
          </p:nvSpPr>
          <p:spPr>
            <a:xfrm>
              <a:off x="1986618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1" name="Google Shape;13861;p18"/>
            <p:cNvSpPr/>
            <p:nvPr/>
          </p:nvSpPr>
          <p:spPr>
            <a:xfrm>
              <a:off x="2106126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2" name="Google Shape;13862;p18"/>
            <p:cNvSpPr/>
            <p:nvPr/>
          </p:nvSpPr>
          <p:spPr>
            <a:xfrm>
              <a:off x="2225634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3" name="Google Shape;13863;p18"/>
            <p:cNvSpPr/>
            <p:nvPr/>
          </p:nvSpPr>
          <p:spPr>
            <a:xfrm>
              <a:off x="2345143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4" name="Google Shape;13864;p18"/>
            <p:cNvSpPr/>
            <p:nvPr/>
          </p:nvSpPr>
          <p:spPr>
            <a:xfrm>
              <a:off x="2464651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5" name="Google Shape;13865;p18"/>
            <p:cNvSpPr/>
            <p:nvPr/>
          </p:nvSpPr>
          <p:spPr>
            <a:xfrm>
              <a:off x="2584159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6" name="Google Shape;13866;p18"/>
            <p:cNvSpPr/>
            <p:nvPr/>
          </p:nvSpPr>
          <p:spPr>
            <a:xfrm>
              <a:off x="2703667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7" name="Google Shape;13867;p18"/>
            <p:cNvSpPr/>
            <p:nvPr/>
          </p:nvSpPr>
          <p:spPr>
            <a:xfrm>
              <a:off x="2823176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8" name="Google Shape;13868;p18"/>
            <p:cNvSpPr/>
            <p:nvPr/>
          </p:nvSpPr>
          <p:spPr>
            <a:xfrm>
              <a:off x="2942684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9" name="Google Shape;13869;p18"/>
            <p:cNvSpPr/>
            <p:nvPr/>
          </p:nvSpPr>
          <p:spPr>
            <a:xfrm>
              <a:off x="3062192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0" name="Google Shape;13870;p18"/>
            <p:cNvSpPr/>
            <p:nvPr/>
          </p:nvSpPr>
          <p:spPr>
            <a:xfrm>
              <a:off x="3181700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1" name="Google Shape;13871;p18"/>
            <p:cNvSpPr/>
            <p:nvPr/>
          </p:nvSpPr>
          <p:spPr>
            <a:xfrm>
              <a:off x="3301209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2" name="Google Shape;13872;p18"/>
            <p:cNvSpPr/>
            <p:nvPr/>
          </p:nvSpPr>
          <p:spPr>
            <a:xfrm>
              <a:off x="3420717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3" name="Google Shape;13873;p18"/>
            <p:cNvSpPr/>
            <p:nvPr/>
          </p:nvSpPr>
          <p:spPr>
            <a:xfrm>
              <a:off x="313503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4" name="Google Shape;13874;p18"/>
            <p:cNvSpPr/>
            <p:nvPr/>
          </p:nvSpPr>
          <p:spPr>
            <a:xfrm>
              <a:off x="433011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5" name="Google Shape;13875;p18"/>
            <p:cNvSpPr/>
            <p:nvPr/>
          </p:nvSpPr>
          <p:spPr>
            <a:xfrm>
              <a:off x="552519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6" name="Google Shape;13876;p18"/>
            <p:cNvSpPr/>
            <p:nvPr/>
          </p:nvSpPr>
          <p:spPr>
            <a:xfrm>
              <a:off x="672027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7" name="Google Shape;13877;p18"/>
            <p:cNvSpPr/>
            <p:nvPr/>
          </p:nvSpPr>
          <p:spPr>
            <a:xfrm>
              <a:off x="791536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8" name="Google Shape;13878;p18"/>
            <p:cNvSpPr/>
            <p:nvPr/>
          </p:nvSpPr>
          <p:spPr>
            <a:xfrm>
              <a:off x="911044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9" name="Google Shape;13879;p18"/>
            <p:cNvSpPr/>
            <p:nvPr/>
          </p:nvSpPr>
          <p:spPr>
            <a:xfrm>
              <a:off x="1030552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0" name="Google Shape;13880;p18"/>
            <p:cNvSpPr/>
            <p:nvPr/>
          </p:nvSpPr>
          <p:spPr>
            <a:xfrm>
              <a:off x="1150060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1" name="Google Shape;13881;p18"/>
            <p:cNvSpPr/>
            <p:nvPr/>
          </p:nvSpPr>
          <p:spPr>
            <a:xfrm>
              <a:off x="1269568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2" name="Google Shape;13882;p18"/>
            <p:cNvSpPr/>
            <p:nvPr/>
          </p:nvSpPr>
          <p:spPr>
            <a:xfrm>
              <a:off x="1389077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3" name="Google Shape;13883;p18"/>
            <p:cNvSpPr/>
            <p:nvPr/>
          </p:nvSpPr>
          <p:spPr>
            <a:xfrm>
              <a:off x="1508585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4" name="Google Shape;13884;p18"/>
            <p:cNvSpPr/>
            <p:nvPr/>
          </p:nvSpPr>
          <p:spPr>
            <a:xfrm>
              <a:off x="1628093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5" name="Google Shape;13885;p18"/>
            <p:cNvSpPr/>
            <p:nvPr/>
          </p:nvSpPr>
          <p:spPr>
            <a:xfrm>
              <a:off x="1747601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6" name="Google Shape;13886;p18"/>
            <p:cNvSpPr/>
            <p:nvPr/>
          </p:nvSpPr>
          <p:spPr>
            <a:xfrm>
              <a:off x="1867110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7" name="Google Shape;13887;p18"/>
            <p:cNvSpPr/>
            <p:nvPr/>
          </p:nvSpPr>
          <p:spPr>
            <a:xfrm>
              <a:off x="1986618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8" name="Google Shape;13888;p18"/>
            <p:cNvSpPr/>
            <p:nvPr/>
          </p:nvSpPr>
          <p:spPr>
            <a:xfrm>
              <a:off x="2106126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9" name="Google Shape;13889;p18"/>
            <p:cNvSpPr/>
            <p:nvPr/>
          </p:nvSpPr>
          <p:spPr>
            <a:xfrm>
              <a:off x="2225634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0" name="Google Shape;13890;p18"/>
            <p:cNvSpPr/>
            <p:nvPr/>
          </p:nvSpPr>
          <p:spPr>
            <a:xfrm>
              <a:off x="2345143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1" name="Google Shape;13891;p18"/>
            <p:cNvSpPr/>
            <p:nvPr/>
          </p:nvSpPr>
          <p:spPr>
            <a:xfrm>
              <a:off x="2464651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2" name="Google Shape;13892;p18"/>
            <p:cNvSpPr/>
            <p:nvPr/>
          </p:nvSpPr>
          <p:spPr>
            <a:xfrm>
              <a:off x="2584159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3" name="Google Shape;13893;p18"/>
            <p:cNvSpPr/>
            <p:nvPr/>
          </p:nvSpPr>
          <p:spPr>
            <a:xfrm>
              <a:off x="2703667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4" name="Google Shape;13894;p18"/>
            <p:cNvSpPr/>
            <p:nvPr/>
          </p:nvSpPr>
          <p:spPr>
            <a:xfrm>
              <a:off x="2823176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5" name="Google Shape;13895;p18"/>
            <p:cNvSpPr/>
            <p:nvPr/>
          </p:nvSpPr>
          <p:spPr>
            <a:xfrm>
              <a:off x="2942684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6" name="Google Shape;13896;p18"/>
            <p:cNvSpPr/>
            <p:nvPr/>
          </p:nvSpPr>
          <p:spPr>
            <a:xfrm>
              <a:off x="3062192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7" name="Google Shape;13897;p18"/>
            <p:cNvSpPr/>
            <p:nvPr/>
          </p:nvSpPr>
          <p:spPr>
            <a:xfrm>
              <a:off x="3181700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8" name="Google Shape;13898;p18"/>
            <p:cNvSpPr/>
            <p:nvPr/>
          </p:nvSpPr>
          <p:spPr>
            <a:xfrm>
              <a:off x="3301209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9" name="Google Shape;13899;p18"/>
            <p:cNvSpPr/>
            <p:nvPr/>
          </p:nvSpPr>
          <p:spPr>
            <a:xfrm>
              <a:off x="3420717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0" name="Google Shape;13900;p18"/>
            <p:cNvSpPr/>
            <p:nvPr/>
          </p:nvSpPr>
          <p:spPr>
            <a:xfrm>
              <a:off x="313503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1" name="Google Shape;13901;p18"/>
            <p:cNvSpPr/>
            <p:nvPr/>
          </p:nvSpPr>
          <p:spPr>
            <a:xfrm>
              <a:off x="433011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2" name="Google Shape;13902;p18"/>
            <p:cNvSpPr/>
            <p:nvPr/>
          </p:nvSpPr>
          <p:spPr>
            <a:xfrm>
              <a:off x="552519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3" name="Google Shape;13903;p18"/>
            <p:cNvSpPr/>
            <p:nvPr/>
          </p:nvSpPr>
          <p:spPr>
            <a:xfrm>
              <a:off x="672027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4" name="Google Shape;13904;p18"/>
            <p:cNvSpPr/>
            <p:nvPr/>
          </p:nvSpPr>
          <p:spPr>
            <a:xfrm>
              <a:off x="791536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5" name="Google Shape;13905;p18"/>
            <p:cNvSpPr/>
            <p:nvPr/>
          </p:nvSpPr>
          <p:spPr>
            <a:xfrm>
              <a:off x="911044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6" name="Google Shape;13906;p18"/>
            <p:cNvSpPr/>
            <p:nvPr/>
          </p:nvSpPr>
          <p:spPr>
            <a:xfrm>
              <a:off x="1030552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7" name="Google Shape;13907;p18"/>
            <p:cNvSpPr/>
            <p:nvPr/>
          </p:nvSpPr>
          <p:spPr>
            <a:xfrm>
              <a:off x="1150060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8" name="Google Shape;13908;p18"/>
            <p:cNvSpPr/>
            <p:nvPr/>
          </p:nvSpPr>
          <p:spPr>
            <a:xfrm>
              <a:off x="1269568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9" name="Google Shape;13909;p18"/>
            <p:cNvSpPr/>
            <p:nvPr/>
          </p:nvSpPr>
          <p:spPr>
            <a:xfrm>
              <a:off x="1389077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0" name="Google Shape;13910;p18"/>
            <p:cNvSpPr/>
            <p:nvPr/>
          </p:nvSpPr>
          <p:spPr>
            <a:xfrm>
              <a:off x="1508585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1" name="Google Shape;13911;p18"/>
            <p:cNvSpPr/>
            <p:nvPr/>
          </p:nvSpPr>
          <p:spPr>
            <a:xfrm>
              <a:off x="1628093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2" name="Google Shape;13912;p18"/>
            <p:cNvSpPr/>
            <p:nvPr/>
          </p:nvSpPr>
          <p:spPr>
            <a:xfrm>
              <a:off x="1747601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3" name="Google Shape;13913;p18"/>
            <p:cNvSpPr/>
            <p:nvPr/>
          </p:nvSpPr>
          <p:spPr>
            <a:xfrm>
              <a:off x="1867110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4" name="Google Shape;13914;p18"/>
            <p:cNvSpPr/>
            <p:nvPr/>
          </p:nvSpPr>
          <p:spPr>
            <a:xfrm>
              <a:off x="1986618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5" name="Google Shape;13915;p18"/>
            <p:cNvSpPr/>
            <p:nvPr/>
          </p:nvSpPr>
          <p:spPr>
            <a:xfrm>
              <a:off x="2106126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6" name="Google Shape;13916;p18"/>
            <p:cNvSpPr/>
            <p:nvPr/>
          </p:nvSpPr>
          <p:spPr>
            <a:xfrm>
              <a:off x="2225634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7" name="Google Shape;13917;p18"/>
            <p:cNvSpPr/>
            <p:nvPr/>
          </p:nvSpPr>
          <p:spPr>
            <a:xfrm>
              <a:off x="2345143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8" name="Google Shape;13918;p18"/>
            <p:cNvSpPr/>
            <p:nvPr/>
          </p:nvSpPr>
          <p:spPr>
            <a:xfrm>
              <a:off x="2464651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9" name="Google Shape;13919;p18"/>
            <p:cNvSpPr/>
            <p:nvPr/>
          </p:nvSpPr>
          <p:spPr>
            <a:xfrm>
              <a:off x="2584159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0" name="Google Shape;13920;p18"/>
            <p:cNvSpPr/>
            <p:nvPr/>
          </p:nvSpPr>
          <p:spPr>
            <a:xfrm>
              <a:off x="2703667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1" name="Google Shape;13921;p18"/>
            <p:cNvSpPr/>
            <p:nvPr/>
          </p:nvSpPr>
          <p:spPr>
            <a:xfrm>
              <a:off x="2823176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2" name="Google Shape;13922;p18"/>
            <p:cNvSpPr/>
            <p:nvPr/>
          </p:nvSpPr>
          <p:spPr>
            <a:xfrm>
              <a:off x="2942684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3" name="Google Shape;13923;p18"/>
            <p:cNvSpPr/>
            <p:nvPr/>
          </p:nvSpPr>
          <p:spPr>
            <a:xfrm>
              <a:off x="3062192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4" name="Google Shape;13924;p18"/>
            <p:cNvSpPr/>
            <p:nvPr/>
          </p:nvSpPr>
          <p:spPr>
            <a:xfrm>
              <a:off x="3181700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5" name="Google Shape;13925;p18"/>
            <p:cNvSpPr/>
            <p:nvPr/>
          </p:nvSpPr>
          <p:spPr>
            <a:xfrm>
              <a:off x="3301209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6" name="Google Shape;13926;p18"/>
            <p:cNvSpPr/>
            <p:nvPr/>
          </p:nvSpPr>
          <p:spPr>
            <a:xfrm>
              <a:off x="3420717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7" name="Google Shape;13927;p18"/>
            <p:cNvSpPr/>
            <p:nvPr/>
          </p:nvSpPr>
          <p:spPr>
            <a:xfrm>
              <a:off x="313503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8" name="Google Shape;13928;p18"/>
            <p:cNvSpPr/>
            <p:nvPr/>
          </p:nvSpPr>
          <p:spPr>
            <a:xfrm>
              <a:off x="433011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9" name="Google Shape;13929;p18"/>
            <p:cNvSpPr/>
            <p:nvPr/>
          </p:nvSpPr>
          <p:spPr>
            <a:xfrm>
              <a:off x="552519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0" name="Google Shape;13930;p18"/>
            <p:cNvSpPr/>
            <p:nvPr/>
          </p:nvSpPr>
          <p:spPr>
            <a:xfrm>
              <a:off x="672027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1" name="Google Shape;13931;p18"/>
            <p:cNvSpPr/>
            <p:nvPr/>
          </p:nvSpPr>
          <p:spPr>
            <a:xfrm>
              <a:off x="791536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2" name="Google Shape;13932;p18"/>
            <p:cNvSpPr/>
            <p:nvPr/>
          </p:nvSpPr>
          <p:spPr>
            <a:xfrm>
              <a:off x="911044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3" name="Google Shape;13933;p18"/>
            <p:cNvSpPr/>
            <p:nvPr/>
          </p:nvSpPr>
          <p:spPr>
            <a:xfrm>
              <a:off x="1030552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4" name="Google Shape;13934;p18"/>
            <p:cNvSpPr/>
            <p:nvPr/>
          </p:nvSpPr>
          <p:spPr>
            <a:xfrm>
              <a:off x="1150060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5" name="Google Shape;13935;p18"/>
            <p:cNvSpPr/>
            <p:nvPr/>
          </p:nvSpPr>
          <p:spPr>
            <a:xfrm>
              <a:off x="1269568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6" name="Google Shape;13936;p18"/>
            <p:cNvSpPr/>
            <p:nvPr/>
          </p:nvSpPr>
          <p:spPr>
            <a:xfrm>
              <a:off x="1389077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7" name="Google Shape;13937;p18"/>
            <p:cNvSpPr/>
            <p:nvPr/>
          </p:nvSpPr>
          <p:spPr>
            <a:xfrm>
              <a:off x="1508585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8" name="Google Shape;13938;p18"/>
            <p:cNvSpPr/>
            <p:nvPr/>
          </p:nvSpPr>
          <p:spPr>
            <a:xfrm>
              <a:off x="1628093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9" name="Google Shape;13939;p18"/>
            <p:cNvSpPr/>
            <p:nvPr/>
          </p:nvSpPr>
          <p:spPr>
            <a:xfrm>
              <a:off x="1747601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0" name="Google Shape;13940;p18"/>
            <p:cNvSpPr/>
            <p:nvPr/>
          </p:nvSpPr>
          <p:spPr>
            <a:xfrm>
              <a:off x="1867110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1" name="Google Shape;13941;p18"/>
            <p:cNvSpPr/>
            <p:nvPr/>
          </p:nvSpPr>
          <p:spPr>
            <a:xfrm>
              <a:off x="1986618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2" name="Google Shape;13942;p18"/>
            <p:cNvSpPr/>
            <p:nvPr/>
          </p:nvSpPr>
          <p:spPr>
            <a:xfrm>
              <a:off x="2106126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3" name="Google Shape;13943;p18"/>
            <p:cNvSpPr/>
            <p:nvPr/>
          </p:nvSpPr>
          <p:spPr>
            <a:xfrm>
              <a:off x="2225634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4" name="Google Shape;13944;p18"/>
            <p:cNvSpPr/>
            <p:nvPr/>
          </p:nvSpPr>
          <p:spPr>
            <a:xfrm>
              <a:off x="2345143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5" name="Google Shape;13945;p18"/>
            <p:cNvSpPr/>
            <p:nvPr/>
          </p:nvSpPr>
          <p:spPr>
            <a:xfrm>
              <a:off x="2464651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6" name="Google Shape;13946;p18"/>
            <p:cNvSpPr/>
            <p:nvPr/>
          </p:nvSpPr>
          <p:spPr>
            <a:xfrm>
              <a:off x="2584159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7" name="Google Shape;13947;p18"/>
            <p:cNvSpPr/>
            <p:nvPr/>
          </p:nvSpPr>
          <p:spPr>
            <a:xfrm>
              <a:off x="2703667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8" name="Google Shape;13948;p18"/>
            <p:cNvSpPr/>
            <p:nvPr/>
          </p:nvSpPr>
          <p:spPr>
            <a:xfrm>
              <a:off x="2823176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9" name="Google Shape;13949;p18"/>
            <p:cNvSpPr/>
            <p:nvPr/>
          </p:nvSpPr>
          <p:spPr>
            <a:xfrm>
              <a:off x="2942684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0" name="Google Shape;13950;p18"/>
            <p:cNvSpPr/>
            <p:nvPr/>
          </p:nvSpPr>
          <p:spPr>
            <a:xfrm>
              <a:off x="3062192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1" name="Google Shape;13951;p18"/>
            <p:cNvSpPr/>
            <p:nvPr/>
          </p:nvSpPr>
          <p:spPr>
            <a:xfrm>
              <a:off x="3181700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2" name="Google Shape;13952;p18"/>
            <p:cNvSpPr/>
            <p:nvPr/>
          </p:nvSpPr>
          <p:spPr>
            <a:xfrm>
              <a:off x="3301209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3" name="Google Shape;13953;p18"/>
            <p:cNvSpPr/>
            <p:nvPr/>
          </p:nvSpPr>
          <p:spPr>
            <a:xfrm>
              <a:off x="3420717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4" name="Google Shape;13954;p18"/>
            <p:cNvSpPr/>
            <p:nvPr/>
          </p:nvSpPr>
          <p:spPr>
            <a:xfrm>
              <a:off x="313503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5" name="Google Shape;13955;p18"/>
            <p:cNvSpPr/>
            <p:nvPr/>
          </p:nvSpPr>
          <p:spPr>
            <a:xfrm>
              <a:off x="433011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6" name="Google Shape;13956;p18"/>
            <p:cNvSpPr/>
            <p:nvPr/>
          </p:nvSpPr>
          <p:spPr>
            <a:xfrm>
              <a:off x="552519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7" name="Google Shape;13957;p18"/>
            <p:cNvSpPr/>
            <p:nvPr/>
          </p:nvSpPr>
          <p:spPr>
            <a:xfrm>
              <a:off x="672027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8" name="Google Shape;13958;p18"/>
            <p:cNvSpPr/>
            <p:nvPr/>
          </p:nvSpPr>
          <p:spPr>
            <a:xfrm>
              <a:off x="791536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9" name="Google Shape;13959;p18"/>
            <p:cNvSpPr/>
            <p:nvPr/>
          </p:nvSpPr>
          <p:spPr>
            <a:xfrm>
              <a:off x="911044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0" name="Google Shape;13960;p18"/>
            <p:cNvSpPr/>
            <p:nvPr/>
          </p:nvSpPr>
          <p:spPr>
            <a:xfrm>
              <a:off x="1030552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1" name="Google Shape;13961;p18"/>
            <p:cNvSpPr/>
            <p:nvPr/>
          </p:nvSpPr>
          <p:spPr>
            <a:xfrm>
              <a:off x="1150060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2" name="Google Shape;13962;p18"/>
            <p:cNvSpPr/>
            <p:nvPr/>
          </p:nvSpPr>
          <p:spPr>
            <a:xfrm>
              <a:off x="1269568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3" name="Google Shape;13963;p18"/>
            <p:cNvSpPr/>
            <p:nvPr/>
          </p:nvSpPr>
          <p:spPr>
            <a:xfrm>
              <a:off x="1389077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4" name="Google Shape;13964;p18"/>
            <p:cNvSpPr/>
            <p:nvPr/>
          </p:nvSpPr>
          <p:spPr>
            <a:xfrm>
              <a:off x="1508585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5" name="Google Shape;13965;p18"/>
            <p:cNvSpPr/>
            <p:nvPr/>
          </p:nvSpPr>
          <p:spPr>
            <a:xfrm>
              <a:off x="1628093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6" name="Google Shape;13966;p18"/>
            <p:cNvSpPr/>
            <p:nvPr/>
          </p:nvSpPr>
          <p:spPr>
            <a:xfrm>
              <a:off x="1747601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7" name="Google Shape;13967;p18"/>
            <p:cNvSpPr/>
            <p:nvPr/>
          </p:nvSpPr>
          <p:spPr>
            <a:xfrm>
              <a:off x="1867110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8" name="Google Shape;13968;p18"/>
            <p:cNvSpPr/>
            <p:nvPr/>
          </p:nvSpPr>
          <p:spPr>
            <a:xfrm>
              <a:off x="1986618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9" name="Google Shape;13969;p18"/>
            <p:cNvSpPr/>
            <p:nvPr/>
          </p:nvSpPr>
          <p:spPr>
            <a:xfrm>
              <a:off x="2106126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0" name="Google Shape;13970;p18"/>
            <p:cNvSpPr/>
            <p:nvPr/>
          </p:nvSpPr>
          <p:spPr>
            <a:xfrm>
              <a:off x="2225634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1" name="Google Shape;13971;p18"/>
            <p:cNvSpPr/>
            <p:nvPr/>
          </p:nvSpPr>
          <p:spPr>
            <a:xfrm>
              <a:off x="2345143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2" name="Google Shape;13972;p18"/>
            <p:cNvSpPr/>
            <p:nvPr/>
          </p:nvSpPr>
          <p:spPr>
            <a:xfrm>
              <a:off x="2464651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3" name="Google Shape;13973;p18"/>
            <p:cNvSpPr/>
            <p:nvPr/>
          </p:nvSpPr>
          <p:spPr>
            <a:xfrm>
              <a:off x="2584159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4" name="Google Shape;13974;p18"/>
            <p:cNvSpPr/>
            <p:nvPr/>
          </p:nvSpPr>
          <p:spPr>
            <a:xfrm>
              <a:off x="2703667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5" name="Google Shape;13975;p18"/>
            <p:cNvSpPr/>
            <p:nvPr/>
          </p:nvSpPr>
          <p:spPr>
            <a:xfrm>
              <a:off x="2823176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6" name="Google Shape;13976;p18"/>
            <p:cNvSpPr/>
            <p:nvPr/>
          </p:nvSpPr>
          <p:spPr>
            <a:xfrm>
              <a:off x="2942684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7" name="Google Shape;13977;p18"/>
            <p:cNvSpPr/>
            <p:nvPr/>
          </p:nvSpPr>
          <p:spPr>
            <a:xfrm>
              <a:off x="3062192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8" name="Google Shape;13978;p18"/>
            <p:cNvSpPr/>
            <p:nvPr/>
          </p:nvSpPr>
          <p:spPr>
            <a:xfrm>
              <a:off x="3181700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9" name="Google Shape;13979;p18"/>
            <p:cNvSpPr/>
            <p:nvPr/>
          </p:nvSpPr>
          <p:spPr>
            <a:xfrm>
              <a:off x="3301209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0" name="Google Shape;13980;p18"/>
            <p:cNvSpPr/>
            <p:nvPr/>
          </p:nvSpPr>
          <p:spPr>
            <a:xfrm>
              <a:off x="3420717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1" name="Google Shape;13981;p18"/>
            <p:cNvSpPr/>
            <p:nvPr/>
          </p:nvSpPr>
          <p:spPr>
            <a:xfrm>
              <a:off x="313503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2" name="Google Shape;13982;p18"/>
            <p:cNvSpPr/>
            <p:nvPr/>
          </p:nvSpPr>
          <p:spPr>
            <a:xfrm>
              <a:off x="433011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3" name="Google Shape;13983;p18"/>
            <p:cNvSpPr/>
            <p:nvPr/>
          </p:nvSpPr>
          <p:spPr>
            <a:xfrm>
              <a:off x="552519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4" name="Google Shape;13984;p18"/>
            <p:cNvSpPr/>
            <p:nvPr/>
          </p:nvSpPr>
          <p:spPr>
            <a:xfrm>
              <a:off x="672027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5" name="Google Shape;13985;p18"/>
            <p:cNvSpPr/>
            <p:nvPr/>
          </p:nvSpPr>
          <p:spPr>
            <a:xfrm>
              <a:off x="791536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6" name="Google Shape;13986;p18"/>
            <p:cNvSpPr/>
            <p:nvPr/>
          </p:nvSpPr>
          <p:spPr>
            <a:xfrm>
              <a:off x="911044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7" name="Google Shape;13987;p18"/>
            <p:cNvSpPr/>
            <p:nvPr/>
          </p:nvSpPr>
          <p:spPr>
            <a:xfrm>
              <a:off x="1030552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8" name="Google Shape;13988;p18"/>
            <p:cNvSpPr/>
            <p:nvPr/>
          </p:nvSpPr>
          <p:spPr>
            <a:xfrm>
              <a:off x="1150060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9" name="Google Shape;13989;p18"/>
            <p:cNvSpPr/>
            <p:nvPr/>
          </p:nvSpPr>
          <p:spPr>
            <a:xfrm>
              <a:off x="1269568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0" name="Google Shape;13990;p18"/>
            <p:cNvSpPr/>
            <p:nvPr/>
          </p:nvSpPr>
          <p:spPr>
            <a:xfrm>
              <a:off x="1389077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1" name="Google Shape;13991;p18"/>
            <p:cNvSpPr/>
            <p:nvPr/>
          </p:nvSpPr>
          <p:spPr>
            <a:xfrm>
              <a:off x="1508585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2" name="Google Shape;13992;p18"/>
            <p:cNvSpPr/>
            <p:nvPr/>
          </p:nvSpPr>
          <p:spPr>
            <a:xfrm>
              <a:off x="1628093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3" name="Google Shape;13993;p18"/>
            <p:cNvSpPr/>
            <p:nvPr/>
          </p:nvSpPr>
          <p:spPr>
            <a:xfrm>
              <a:off x="1747601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4" name="Google Shape;13994;p18"/>
            <p:cNvSpPr/>
            <p:nvPr/>
          </p:nvSpPr>
          <p:spPr>
            <a:xfrm>
              <a:off x="1867110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5" name="Google Shape;13995;p18"/>
            <p:cNvSpPr/>
            <p:nvPr/>
          </p:nvSpPr>
          <p:spPr>
            <a:xfrm>
              <a:off x="1986618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6" name="Google Shape;13996;p18"/>
            <p:cNvSpPr/>
            <p:nvPr/>
          </p:nvSpPr>
          <p:spPr>
            <a:xfrm>
              <a:off x="2106126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7" name="Google Shape;13997;p18"/>
            <p:cNvSpPr/>
            <p:nvPr/>
          </p:nvSpPr>
          <p:spPr>
            <a:xfrm>
              <a:off x="2225634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8" name="Google Shape;13998;p18"/>
            <p:cNvSpPr/>
            <p:nvPr/>
          </p:nvSpPr>
          <p:spPr>
            <a:xfrm>
              <a:off x="2345143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9" name="Google Shape;13999;p18"/>
            <p:cNvSpPr/>
            <p:nvPr/>
          </p:nvSpPr>
          <p:spPr>
            <a:xfrm>
              <a:off x="2464651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0" name="Google Shape;14000;p18"/>
            <p:cNvSpPr/>
            <p:nvPr/>
          </p:nvSpPr>
          <p:spPr>
            <a:xfrm>
              <a:off x="2584159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1" name="Google Shape;14001;p18"/>
            <p:cNvSpPr/>
            <p:nvPr/>
          </p:nvSpPr>
          <p:spPr>
            <a:xfrm>
              <a:off x="2703667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2" name="Google Shape;14002;p18"/>
            <p:cNvSpPr/>
            <p:nvPr/>
          </p:nvSpPr>
          <p:spPr>
            <a:xfrm>
              <a:off x="2823176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3" name="Google Shape;14003;p18"/>
            <p:cNvSpPr/>
            <p:nvPr/>
          </p:nvSpPr>
          <p:spPr>
            <a:xfrm>
              <a:off x="2942684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4" name="Google Shape;14004;p18"/>
            <p:cNvSpPr/>
            <p:nvPr/>
          </p:nvSpPr>
          <p:spPr>
            <a:xfrm>
              <a:off x="3062192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5" name="Google Shape;14005;p18"/>
            <p:cNvSpPr/>
            <p:nvPr/>
          </p:nvSpPr>
          <p:spPr>
            <a:xfrm>
              <a:off x="3181700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6" name="Google Shape;14006;p18"/>
            <p:cNvSpPr/>
            <p:nvPr/>
          </p:nvSpPr>
          <p:spPr>
            <a:xfrm>
              <a:off x="3301209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7" name="Google Shape;14007;p18"/>
            <p:cNvSpPr/>
            <p:nvPr/>
          </p:nvSpPr>
          <p:spPr>
            <a:xfrm>
              <a:off x="3420717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8" name="Google Shape;14008;p18"/>
            <p:cNvSpPr/>
            <p:nvPr/>
          </p:nvSpPr>
          <p:spPr>
            <a:xfrm>
              <a:off x="313503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9" name="Google Shape;14009;p18"/>
            <p:cNvSpPr/>
            <p:nvPr/>
          </p:nvSpPr>
          <p:spPr>
            <a:xfrm>
              <a:off x="433011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0" name="Google Shape;14010;p18"/>
            <p:cNvSpPr/>
            <p:nvPr/>
          </p:nvSpPr>
          <p:spPr>
            <a:xfrm>
              <a:off x="552519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1" name="Google Shape;14011;p18"/>
            <p:cNvSpPr/>
            <p:nvPr/>
          </p:nvSpPr>
          <p:spPr>
            <a:xfrm>
              <a:off x="672027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2" name="Google Shape;14012;p18"/>
            <p:cNvSpPr/>
            <p:nvPr/>
          </p:nvSpPr>
          <p:spPr>
            <a:xfrm>
              <a:off x="791536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3" name="Google Shape;14013;p18"/>
            <p:cNvSpPr/>
            <p:nvPr/>
          </p:nvSpPr>
          <p:spPr>
            <a:xfrm>
              <a:off x="911044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4" name="Google Shape;14014;p18"/>
            <p:cNvSpPr/>
            <p:nvPr/>
          </p:nvSpPr>
          <p:spPr>
            <a:xfrm>
              <a:off x="1030552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5" name="Google Shape;14015;p18"/>
            <p:cNvSpPr/>
            <p:nvPr/>
          </p:nvSpPr>
          <p:spPr>
            <a:xfrm>
              <a:off x="1150060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6" name="Google Shape;14016;p18"/>
            <p:cNvSpPr/>
            <p:nvPr/>
          </p:nvSpPr>
          <p:spPr>
            <a:xfrm>
              <a:off x="1269568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7" name="Google Shape;14017;p18"/>
            <p:cNvSpPr/>
            <p:nvPr/>
          </p:nvSpPr>
          <p:spPr>
            <a:xfrm>
              <a:off x="1389077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8" name="Google Shape;14018;p18"/>
            <p:cNvSpPr/>
            <p:nvPr/>
          </p:nvSpPr>
          <p:spPr>
            <a:xfrm>
              <a:off x="1508585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9" name="Google Shape;14019;p18"/>
            <p:cNvSpPr/>
            <p:nvPr/>
          </p:nvSpPr>
          <p:spPr>
            <a:xfrm>
              <a:off x="1628093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0" name="Google Shape;14020;p18"/>
            <p:cNvSpPr/>
            <p:nvPr/>
          </p:nvSpPr>
          <p:spPr>
            <a:xfrm>
              <a:off x="1747601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1" name="Google Shape;14021;p18"/>
            <p:cNvSpPr/>
            <p:nvPr/>
          </p:nvSpPr>
          <p:spPr>
            <a:xfrm>
              <a:off x="1867110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2" name="Google Shape;14022;p18"/>
            <p:cNvSpPr/>
            <p:nvPr/>
          </p:nvSpPr>
          <p:spPr>
            <a:xfrm>
              <a:off x="1986618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3" name="Google Shape;14023;p18"/>
            <p:cNvSpPr/>
            <p:nvPr/>
          </p:nvSpPr>
          <p:spPr>
            <a:xfrm>
              <a:off x="2106126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4" name="Google Shape;14024;p18"/>
            <p:cNvSpPr/>
            <p:nvPr/>
          </p:nvSpPr>
          <p:spPr>
            <a:xfrm>
              <a:off x="2225634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5" name="Google Shape;14025;p18"/>
            <p:cNvSpPr/>
            <p:nvPr/>
          </p:nvSpPr>
          <p:spPr>
            <a:xfrm>
              <a:off x="2345143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6" name="Google Shape;14026;p18"/>
            <p:cNvSpPr/>
            <p:nvPr/>
          </p:nvSpPr>
          <p:spPr>
            <a:xfrm>
              <a:off x="2464651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7" name="Google Shape;14027;p18"/>
            <p:cNvSpPr/>
            <p:nvPr/>
          </p:nvSpPr>
          <p:spPr>
            <a:xfrm>
              <a:off x="2584159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8" name="Google Shape;14028;p18"/>
            <p:cNvSpPr/>
            <p:nvPr/>
          </p:nvSpPr>
          <p:spPr>
            <a:xfrm>
              <a:off x="2703667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9" name="Google Shape;14029;p18"/>
            <p:cNvSpPr/>
            <p:nvPr/>
          </p:nvSpPr>
          <p:spPr>
            <a:xfrm>
              <a:off x="2823176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0" name="Google Shape;14030;p18"/>
            <p:cNvSpPr/>
            <p:nvPr/>
          </p:nvSpPr>
          <p:spPr>
            <a:xfrm>
              <a:off x="2942684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1" name="Google Shape;14031;p18"/>
            <p:cNvSpPr/>
            <p:nvPr/>
          </p:nvSpPr>
          <p:spPr>
            <a:xfrm>
              <a:off x="3062192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2" name="Google Shape;14032;p18"/>
            <p:cNvSpPr/>
            <p:nvPr/>
          </p:nvSpPr>
          <p:spPr>
            <a:xfrm>
              <a:off x="3181700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3" name="Google Shape;14033;p18"/>
            <p:cNvSpPr/>
            <p:nvPr/>
          </p:nvSpPr>
          <p:spPr>
            <a:xfrm>
              <a:off x="3301209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4" name="Google Shape;14034;p18"/>
            <p:cNvSpPr/>
            <p:nvPr/>
          </p:nvSpPr>
          <p:spPr>
            <a:xfrm>
              <a:off x="3420717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5" name="Google Shape;14035;p18"/>
            <p:cNvSpPr/>
            <p:nvPr/>
          </p:nvSpPr>
          <p:spPr>
            <a:xfrm>
              <a:off x="313503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6" name="Google Shape;14036;p18"/>
            <p:cNvSpPr/>
            <p:nvPr/>
          </p:nvSpPr>
          <p:spPr>
            <a:xfrm>
              <a:off x="433011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7" name="Google Shape;14037;p18"/>
            <p:cNvSpPr/>
            <p:nvPr/>
          </p:nvSpPr>
          <p:spPr>
            <a:xfrm>
              <a:off x="552519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8" name="Google Shape;14038;p18"/>
            <p:cNvSpPr/>
            <p:nvPr/>
          </p:nvSpPr>
          <p:spPr>
            <a:xfrm>
              <a:off x="672027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9" name="Google Shape;14039;p18"/>
            <p:cNvSpPr/>
            <p:nvPr/>
          </p:nvSpPr>
          <p:spPr>
            <a:xfrm>
              <a:off x="791536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0" name="Google Shape;14040;p18"/>
            <p:cNvSpPr/>
            <p:nvPr/>
          </p:nvSpPr>
          <p:spPr>
            <a:xfrm>
              <a:off x="911044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1" name="Google Shape;14041;p18"/>
            <p:cNvSpPr/>
            <p:nvPr/>
          </p:nvSpPr>
          <p:spPr>
            <a:xfrm>
              <a:off x="1030552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2" name="Google Shape;14042;p18"/>
            <p:cNvSpPr/>
            <p:nvPr/>
          </p:nvSpPr>
          <p:spPr>
            <a:xfrm>
              <a:off x="1150060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3" name="Google Shape;14043;p18"/>
            <p:cNvSpPr/>
            <p:nvPr/>
          </p:nvSpPr>
          <p:spPr>
            <a:xfrm>
              <a:off x="1269568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4" name="Google Shape;14044;p18"/>
            <p:cNvSpPr/>
            <p:nvPr/>
          </p:nvSpPr>
          <p:spPr>
            <a:xfrm>
              <a:off x="1389077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5" name="Google Shape;14045;p18"/>
            <p:cNvSpPr/>
            <p:nvPr/>
          </p:nvSpPr>
          <p:spPr>
            <a:xfrm>
              <a:off x="1508585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6" name="Google Shape;14046;p18"/>
            <p:cNvSpPr/>
            <p:nvPr/>
          </p:nvSpPr>
          <p:spPr>
            <a:xfrm>
              <a:off x="1628093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7" name="Google Shape;14047;p18"/>
            <p:cNvSpPr/>
            <p:nvPr/>
          </p:nvSpPr>
          <p:spPr>
            <a:xfrm>
              <a:off x="1747601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8" name="Google Shape;14048;p18"/>
            <p:cNvSpPr/>
            <p:nvPr/>
          </p:nvSpPr>
          <p:spPr>
            <a:xfrm>
              <a:off x="1867110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9" name="Google Shape;14049;p18"/>
            <p:cNvSpPr/>
            <p:nvPr/>
          </p:nvSpPr>
          <p:spPr>
            <a:xfrm>
              <a:off x="1986618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0" name="Google Shape;14050;p18"/>
            <p:cNvSpPr/>
            <p:nvPr/>
          </p:nvSpPr>
          <p:spPr>
            <a:xfrm>
              <a:off x="2106126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1" name="Google Shape;14051;p18"/>
            <p:cNvSpPr/>
            <p:nvPr/>
          </p:nvSpPr>
          <p:spPr>
            <a:xfrm>
              <a:off x="2225634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2" name="Google Shape;14052;p18"/>
            <p:cNvSpPr/>
            <p:nvPr/>
          </p:nvSpPr>
          <p:spPr>
            <a:xfrm>
              <a:off x="2345143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3" name="Google Shape;14053;p18"/>
            <p:cNvSpPr/>
            <p:nvPr/>
          </p:nvSpPr>
          <p:spPr>
            <a:xfrm>
              <a:off x="2464651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4" name="Google Shape;14054;p18"/>
            <p:cNvSpPr/>
            <p:nvPr/>
          </p:nvSpPr>
          <p:spPr>
            <a:xfrm>
              <a:off x="2584159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5" name="Google Shape;14055;p18"/>
            <p:cNvSpPr/>
            <p:nvPr/>
          </p:nvSpPr>
          <p:spPr>
            <a:xfrm>
              <a:off x="2703667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6" name="Google Shape;14056;p18"/>
            <p:cNvSpPr/>
            <p:nvPr/>
          </p:nvSpPr>
          <p:spPr>
            <a:xfrm>
              <a:off x="2823176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7" name="Google Shape;14057;p18"/>
            <p:cNvSpPr/>
            <p:nvPr/>
          </p:nvSpPr>
          <p:spPr>
            <a:xfrm>
              <a:off x="2942684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8" name="Google Shape;14058;p18"/>
            <p:cNvSpPr/>
            <p:nvPr/>
          </p:nvSpPr>
          <p:spPr>
            <a:xfrm>
              <a:off x="3062192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9" name="Google Shape;14059;p18"/>
            <p:cNvSpPr/>
            <p:nvPr/>
          </p:nvSpPr>
          <p:spPr>
            <a:xfrm>
              <a:off x="3181700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0" name="Google Shape;14060;p18"/>
            <p:cNvSpPr/>
            <p:nvPr/>
          </p:nvSpPr>
          <p:spPr>
            <a:xfrm>
              <a:off x="3301209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1" name="Google Shape;14061;p18"/>
            <p:cNvSpPr/>
            <p:nvPr/>
          </p:nvSpPr>
          <p:spPr>
            <a:xfrm>
              <a:off x="3420717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2" name="Google Shape;14062;p18"/>
            <p:cNvSpPr/>
            <p:nvPr/>
          </p:nvSpPr>
          <p:spPr>
            <a:xfrm>
              <a:off x="313503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3" name="Google Shape;14063;p18"/>
            <p:cNvSpPr/>
            <p:nvPr/>
          </p:nvSpPr>
          <p:spPr>
            <a:xfrm>
              <a:off x="433011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4" name="Google Shape;14064;p18"/>
            <p:cNvSpPr/>
            <p:nvPr/>
          </p:nvSpPr>
          <p:spPr>
            <a:xfrm>
              <a:off x="552519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5" name="Google Shape;14065;p18"/>
            <p:cNvSpPr/>
            <p:nvPr/>
          </p:nvSpPr>
          <p:spPr>
            <a:xfrm>
              <a:off x="672027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6" name="Google Shape;14066;p18"/>
            <p:cNvSpPr/>
            <p:nvPr/>
          </p:nvSpPr>
          <p:spPr>
            <a:xfrm>
              <a:off x="791536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7" name="Google Shape;14067;p18"/>
            <p:cNvSpPr/>
            <p:nvPr/>
          </p:nvSpPr>
          <p:spPr>
            <a:xfrm>
              <a:off x="911044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8" name="Google Shape;14068;p18"/>
            <p:cNvSpPr/>
            <p:nvPr/>
          </p:nvSpPr>
          <p:spPr>
            <a:xfrm>
              <a:off x="1030552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9" name="Google Shape;14069;p18"/>
            <p:cNvSpPr/>
            <p:nvPr/>
          </p:nvSpPr>
          <p:spPr>
            <a:xfrm>
              <a:off x="1150060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0" name="Google Shape;14070;p18"/>
            <p:cNvSpPr/>
            <p:nvPr/>
          </p:nvSpPr>
          <p:spPr>
            <a:xfrm>
              <a:off x="1269568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1" name="Google Shape;14071;p18"/>
            <p:cNvSpPr/>
            <p:nvPr/>
          </p:nvSpPr>
          <p:spPr>
            <a:xfrm>
              <a:off x="1389077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2" name="Google Shape;14072;p18"/>
            <p:cNvSpPr/>
            <p:nvPr/>
          </p:nvSpPr>
          <p:spPr>
            <a:xfrm>
              <a:off x="1508585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3" name="Google Shape;14073;p18"/>
            <p:cNvSpPr/>
            <p:nvPr/>
          </p:nvSpPr>
          <p:spPr>
            <a:xfrm>
              <a:off x="1628093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4" name="Google Shape;14074;p18"/>
            <p:cNvSpPr/>
            <p:nvPr/>
          </p:nvSpPr>
          <p:spPr>
            <a:xfrm>
              <a:off x="1747601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5" name="Google Shape;14075;p18"/>
            <p:cNvSpPr/>
            <p:nvPr/>
          </p:nvSpPr>
          <p:spPr>
            <a:xfrm>
              <a:off x="1867110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6" name="Google Shape;14076;p18"/>
            <p:cNvSpPr/>
            <p:nvPr/>
          </p:nvSpPr>
          <p:spPr>
            <a:xfrm>
              <a:off x="1986618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7" name="Google Shape;14077;p18"/>
            <p:cNvSpPr/>
            <p:nvPr/>
          </p:nvSpPr>
          <p:spPr>
            <a:xfrm>
              <a:off x="2106126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8" name="Google Shape;14078;p18"/>
            <p:cNvSpPr/>
            <p:nvPr/>
          </p:nvSpPr>
          <p:spPr>
            <a:xfrm>
              <a:off x="2225634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9" name="Google Shape;14079;p18"/>
            <p:cNvSpPr/>
            <p:nvPr/>
          </p:nvSpPr>
          <p:spPr>
            <a:xfrm>
              <a:off x="2345143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0" name="Google Shape;14080;p18"/>
            <p:cNvSpPr/>
            <p:nvPr/>
          </p:nvSpPr>
          <p:spPr>
            <a:xfrm>
              <a:off x="2464651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1" name="Google Shape;14081;p18"/>
            <p:cNvSpPr/>
            <p:nvPr/>
          </p:nvSpPr>
          <p:spPr>
            <a:xfrm>
              <a:off x="2584159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2" name="Google Shape;14082;p18"/>
            <p:cNvSpPr/>
            <p:nvPr/>
          </p:nvSpPr>
          <p:spPr>
            <a:xfrm>
              <a:off x="2703667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3" name="Google Shape;14083;p18"/>
            <p:cNvSpPr/>
            <p:nvPr/>
          </p:nvSpPr>
          <p:spPr>
            <a:xfrm>
              <a:off x="2823176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4" name="Google Shape;14084;p18"/>
            <p:cNvSpPr/>
            <p:nvPr/>
          </p:nvSpPr>
          <p:spPr>
            <a:xfrm>
              <a:off x="2942684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5" name="Google Shape;14085;p18"/>
            <p:cNvSpPr/>
            <p:nvPr/>
          </p:nvSpPr>
          <p:spPr>
            <a:xfrm>
              <a:off x="3062192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6" name="Google Shape;14086;p18"/>
            <p:cNvSpPr/>
            <p:nvPr/>
          </p:nvSpPr>
          <p:spPr>
            <a:xfrm>
              <a:off x="3181700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7" name="Google Shape;14087;p18"/>
            <p:cNvSpPr/>
            <p:nvPr/>
          </p:nvSpPr>
          <p:spPr>
            <a:xfrm>
              <a:off x="3301209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8" name="Google Shape;14088;p18"/>
            <p:cNvSpPr/>
            <p:nvPr/>
          </p:nvSpPr>
          <p:spPr>
            <a:xfrm>
              <a:off x="3420717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9" name="Google Shape;14089;p18"/>
            <p:cNvSpPr/>
            <p:nvPr/>
          </p:nvSpPr>
          <p:spPr>
            <a:xfrm>
              <a:off x="313503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0" name="Google Shape;14090;p18"/>
            <p:cNvSpPr/>
            <p:nvPr/>
          </p:nvSpPr>
          <p:spPr>
            <a:xfrm>
              <a:off x="433011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1" name="Google Shape;14091;p18"/>
            <p:cNvSpPr/>
            <p:nvPr/>
          </p:nvSpPr>
          <p:spPr>
            <a:xfrm>
              <a:off x="552519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2" name="Google Shape;14092;p18"/>
            <p:cNvSpPr/>
            <p:nvPr/>
          </p:nvSpPr>
          <p:spPr>
            <a:xfrm>
              <a:off x="672027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3" name="Google Shape;14093;p18"/>
            <p:cNvSpPr/>
            <p:nvPr/>
          </p:nvSpPr>
          <p:spPr>
            <a:xfrm>
              <a:off x="791536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4" name="Google Shape;14094;p18"/>
            <p:cNvSpPr/>
            <p:nvPr/>
          </p:nvSpPr>
          <p:spPr>
            <a:xfrm>
              <a:off x="911044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5" name="Google Shape;14095;p18"/>
            <p:cNvSpPr/>
            <p:nvPr/>
          </p:nvSpPr>
          <p:spPr>
            <a:xfrm>
              <a:off x="1030552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6" name="Google Shape;14096;p18"/>
            <p:cNvSpPr/>
            <p:nvPr/>
          </p:nvSpPr>
          <p:spPr>
            <a:xfrm>
              <a:off x="1150060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7" name="Google Shape;14097;p18"/>
            <p:cNvSpPr/>
            <p:nvPr/>
          </p:nvSpPr>
          <p:spPr>
            <a:xfrm>
              <a:off x="1269568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8" name="Google Shape;14098;p18"/>
            <p:cNvSpPr/>
            <p:nvPr/>
          </p:nvSpPr>
          <p:spPr>
            <a:xfrm>
              <a:off x="1389077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9" name="Google Shape;14099;p18"/>
            <p:cNvSpPr/>
            <p:nvPr/>
          </p:nvSpPr>
          <p:spPr>
            <a:xfrm>
              <a:off x="1508585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0" name="Google Shape;14100;p18"/>
            <p:cNvSpPr/>
            <p:nvPr/>
          </p:nvSpPr>
          <p:spPr>
            <a:xfrm>
              <a:off x="1628093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1" name="Google Shape;14101;p18"/>
            <p:cNvSpPr/>
            <p:nvPr/>
          </p:nvSpPr>
          <p:spPr>
            <a:xfrm>
              <a:off x="1747601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2" name="Google Shape;14102;p18"/>
            <p:cNvSpPr/>
            <p:nvPr/>
          </p:nvSpPr>
          <p:spPr>
            <a:xfrm>
              <a:off x="1867110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3" name="Google Shape;14103;p18"/>
            <p:cNvSpPr/>
            <p:nvPr/>
          </p:nvSpPr>
          <p:spPr>
            <a:xfrm>
              <a:off x="1986618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4" name="Google Shape;14104;p18"/>
            <p:cNvSpPr/>
            <p:nvPr/>
          </p:nvSpPr>
          <p:spPr>
            <a:xfrm>
              <a:off x="2106126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5" name="Google Shape;14105;p18"/>
            <p:cNvSpPr/>
            <p:nvPr/>
          </p:nvSpPr>
          <p:spPr>
            <a:xfrm>
              <a:off x="2225634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6" name="Google Shape;14106;p18"/>
            <p:cNvSpPr/>
            <p:nvPr/>
          </p:nvSpPr>
          <p:spPr>
            <a:xfrm>
              <a:off x="2345143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7" name="Google Shape;14107;p18"/>
            <p:cNvSpPr/>
            <p:nvPr/>
          </p:nvSpPr>
          <p:spPr>
            <a:xfrm>
              <a:off x="2464651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8" name="Google Shape;14108;p18"/>
            <p:cNvSpPr/>
            <p:nvPr/>
          </p:nvSpPr>
          <p:spPr>
            <a:xfrm>
              <a:off x="2584159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9" name="Google Shape;14109;p18"/>
            <p:cNvSpPr/>
            <p:nvPr/>
          </p:nvSpPr>
          <p:spPr>
            <a:xfrm>
              <a:off x="2703667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0" name="Google Shape;14110;p18"/>
            <p:cNvSpPr/>
            <p:nvPr/>
          </p:nvSpPr>
          <p:spPr>
            <a:xfrm>
              <a:off x="2823176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1" name="Google Shape;14111;p18"/>
            <p:cNvSpPr/>
            <p:nvPr/>
          </p:nvSpPr>
          <p:spPr>
            <a:xfrm>
              <a:off x="2942684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2" name="Google Shape;14112;p18"/>
            <p:cNvSpPr/>
            <p:nvPr/>
          </p:nvSpPr>
          <p:spPr>
            <a:xfrm>
              <a:off x="3062192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3" name="Google Shape;14113;p18"/>
            <p:cNvSpPr/>
            <p:nvPr/>
          </p:nvSpPr>
          <p:spPr>
            <a:xfrm>
              <a:off x="3181700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4" name="Google Shape;14114;p18"/>
            <p:cNvSpPr/>
            <p:nvPr/>
          </p:nvSpPr>
          <p:spPr>
            <a:xfrm>
              <a:off x="3301209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5" name="Google Shape;14115;p18"/>
            <p:cNvSpPr/>
            <p:nvPr/>
          </p:nvSpPr>
          <p:spPr>
            <a:xfrm>
              <a:off x="3420717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6" name="Google Shape;14116;p18"/>
            <p:cNvSpPr/>
            <p:nvPr/>
          </p:nvSpPr>
          <p:spPr>
            <a:xfrm>
              <a:off x="313503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7" name="Google Shape;14117;p18"/>
            <p:cNvSpPr/>
            <p:nvPr/>
          </p:nvSpPr>
          <p:spPr>
            <a:xfrm>
              <a:off x="433011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8" name="Google Shape;14118;p18"/>
            <p:cNvSpPr/>
            <p:nvPr/>
          </p:nvSpPr>
          <p:spPr>
            <a:xfrm>
              <a:off x="552519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9" name="Google Shape;14119;p18"/>
            <p:cNvSpPr/>
            <p:nvPr/>
          </p:nvSpPr>
          <p:spPr>
            <a:xfrm>
              <a:off x="672027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0" name="Google Shape;14120;p18"/>
            <p:cNvSpPr/>
            <p:nvPr/>
          </p:nvSpPr>
          <p:spPr>
            <a:xfrm>
              <a:off x="791536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1" name="Google Shape;14121;p18"/>
            <p:cNvSpPr/>
            <p:nvPr/>
          </p:nvSpPr>
          <p:spPr>
            <a:xfrm>
              <a:off x="911044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2" name="Google Shape;14122;p18"/>
            <p:cNvSpPr/>
            <p:nvPr/>
          </p:nvSpPr>
          <p:spPr>
            <a:xfrm>
              <a:off x="1030552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3" name="Google Shape;14123;p18"/>
            <p:cNvSpPr/>
            <p:nvPr/>
          </p:nvSpPr>
          <p:spPr>
            <a:xfrm>
              <a:off x="1150060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4" name="Google Shape;14124;p18"/>
            <p:cNvSpPr/>
            <p:nvPr/>
          </p:nvSpPr>
          <p:spPr>
            <a:xfrm>
              <a:off x="1269568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5" name="Google Shape;14125;p18"/>
            <p:cNvSpPr/>
            <p:nvPr/>
          </p:nvSpPr>
          <p:spPr>
            <a:xfrm>
              <a:off x="1389077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6" name="Google Shape;14126;p18"/>
            <p:cNvSpPr/>
            <p:nvPr/>
          </p:nvSpPr>
          <p:spPr>
            <a:xfrm>
              <a:off x="1508585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7" name="Google Shape;14127;p18"/>
            <p:cNvSpPr/>
            <p:nvPr/>
          </p:nvSpPr>
          <p:spPr>
            <a:xfrm>
              <a:off x="1628093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8" name="Google Shape;14128;p18"/>
            <p:cNvSpPr/>
            <p:nvPr/>
          </p:nvSpPr>
          <p:spPr>
            <a:xfrm>
              <a:off x="1747601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9" name="Google Shape;14129;p18"/>
            <p:cNvSpPr/>
            <p:nvPr/>
          </p:nvSpPr>
          <p:spPr>
            <a:xfrm>
              <a:off x="1867110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0" name="Google Shape;14130;p18"/>
            <p:cNvSpPr/>
            <p:nvPr/>
          </p:nvSpPr>
          <p:spPr>
            <a:xfrm>
              <a:off x="1986618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1" name="Google Shape;14131;p18"/>
            <p:cNvSpPr/>
            <p:nvPr/>
          </p:nvSpPr>
          <p:spPr>
            <a:xfrm>
              <a:off x="2106126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2" name="Google Shape;14132;p18"/>
            <p:cNvSpPr/>
            <p:nvPr/>
          </p:nvSpPr>
          <p:spPr>
            <a:xfrm>
              <a:off x="2225634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3" name="Google Shape;14133;p18"/>
            <p:cNvSpPr/>
            <p:nvPr/>
          </p:nvSpPr>
          <p:spPr>
            <a:xfrm>
              <a:off x="2345143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4" name="Google Shape;14134;p18"/>
            <p:cNvSpPr/>
            <p:nvPr/>
          </p:nvSpPr>
          <p:spPr>
            <a:xfrm>
              <a:off x="2464651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5" name="Google Shape;14135;p18"/>
            <p:cNvSpPr/>
            <p:nvPr/>
          </p:nvSpPr>
          <p:spPr>
            <a:xfrm>
              <a:off x="2584159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6" name="Google Shape;14136;p18"/>
            <p:cNvSpPr/>
            <p:nvPr/>
          </p:nvSpPr>
          <p:spPr>
            <a:xfrm>
              <a:off x="2703667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7" name="Google Shape;14137;p18"/>
            <p:cNvSpPr/>
            <p:nvPr/>
          </p:nvSpPr>
          <p:spPr>
            <a:xfrm>
              <a:off x="2823176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8" name="Google Shape;14138;p18"/>
            <p:cNvSpPr/>
            <p:nvPr/>
          </p:nvSpPr>
          <p:spPr>
            <a:xfrm>
              <a:off x="2942684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9" name="Google Shape;14139;p18"/>
            <p:cNvSpPr/>
            <p:nvPr/>
          </p:nvSpPr>
          <p:spPr>
            <a:xfrm>
              <a:off x="3062192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0" name="Google Shape;14140;p18"/>
            <p:cNvSpPr/>
            <p:nvPr/>
          </p:nvSpPr>
          <p:spPr>
            <a:xfrm>
              <a:off x="3181700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1" name="Google Shape;14141;p18"/>
            <p:cNvSpPr/>
            <p:nvPr/>
          </p:nvSpPr>
          <p:spPr>
            <a:xfrm>
              <a:off x="3301209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2" name="Google Shape;14142;p18"/>
            <p:cNvSpPr/>
            <p:nvPr/>
          </p:nvSpPr>
          <p:spPr>
            <a:xfrm>
              <a:off x="3420717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3" name="Google Shape;14143;p18"/>
            <p:cNvSpPr/>
            <p:nvPr/>
          </p:nvSpPr>
          <p:spPr>
            <a:xfrm>
              <a:off x="313503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4" name="Google Shape;14144;p18"/>
            <p:cNvSpPr/>
            <p:nvPr/>
          </p:nvSpPr>
          <p:spPr>
            <a:xfrm>
              <a:off x="433011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5" name="Google Shape;14145;p18"/>
            <p:cNvSpPr/>
            <p:nvPr/>
          </p:nvSpPr>
          <p:spPr>
            <a:xfrm>
              <a:off x="552519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6" name="Google Shape;14146;p18"/>
            <p:cNvSpPr/>
            <p:nvPr/>
          </p:nvSpPr>
          <p:spPr>
            <a:xfrm>
              <a:off x="672027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7" name="Google Shape;14147;p18"/>
            <p:cNvSpPr/>
            <p:nvPr/>
          </p:nvSpPr>
          <p:spPr>
            <a:xfrm>
              <a:off x="791536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8" name="Google Shape;14148;p18"/>
            <p:cNvSpPr/>
            <p:nvPr/>
          </p:nvSpPr>
          <p:spPr>
            <a:xfrm>
              <a:off x="911044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9" name="Google Shape;14149;p18"/>
            <p:cNvSpPr/>
            <p:nvPr/>
          </p:nvSpPr>
          <p:spPr>
            <a:xfrm>
              <a:off x="1030552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0" name="Google Shape;14150;p18"/>
            <p:cNvSpPr/>
            <p:nvPr/>
          </p:nvSpPr>
          <p:spPr>
            <a:xfrm>
              <a:off x="1150060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1" name="Google Shape;14151;p18"/>
            <p:cNvSpPr/>
            <p:nvPr/>
          </p:nvSpPr>
          <p:spPr>
            <a:xfrm>
              <a:off x="1269568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2" name="Google Shape;14152;p18"/>
            <p:cNvSpPr/>
            <p:nvPr/>
          </p:nvSpPr>
          <p:spPr>
            <a:xfrm>
              <a:off x="1389077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3" name="Google Shape;14153;p18"/>
            <p:cNvSpPr/>
            <p:nvPr/>
          </p:nvSpPr>
          <p:spPr>
            <a:xfrm>
              <a:off x="1508585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4" name="Google Shape;14154;p18"/>
            <p:cNvSpPr/>
            <p:nvPr/>
          </p:nvSpPr>
          <p:spPr>
            <a:xfrm>
              <a:off x="1628093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5" name="Google Shape;14155;p18"/>
            <p:cNvSpPr/>
            <p:nvPr/>
          </p:nvSpPr>
          <p:spPr>
            <a:xfrm>
              <a:off x="1747601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6" name="Google Shape;14156;p18"/>
            <p:cNvSpPr/>
            <p:nvPr/>
          </p:nvSpPr>
          <p:spPr>
            <a:xfrm>
              <a:off x="1867110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7" name="Google Shape;14157;p18"/>
            <p:cNvSpPr/>
            <p:nvPr/>
          </p:nvSpPr>
          <p:spPr>
            <a:xfrm>
              <a:off x="1986618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8" name="Google Shape;14158;p18"/>
            <p:cNvSpPr/>
            <p:nvPr/>
          </p:nvSpPr>
          <p:spPr>
            <a:xfrm>
              <a:off x="2106126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9" name="Google Shape;14159;p18"/>
            <p:cNvSpPr/>
            <p:nvPr/>
          </p:nvSpPr>
          <p:spPr>
            <a:xfrm>
              <a:off x="2225634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0" name="Google Shape;14160;p18"/>
            <p:cNvSpPr/>
            <p:nvPr/>
          </p:nvSpPr>
          <p:spPr>
            <a:xfrm>
              <a:off x="2345143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1" name="Google Shape;14161;p18"/>
            <p:cNvSpPr/>
            <p:nvPr/>
          </p:nvSpPr>
          <p:spPr>
            <a:xfrm>
              <a:off x="2464651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2" name="Google Shape;14162;p18"/>
            <p:cNvSpPr/>
            <p:nvPr/>
          </p:nvSpPr>
          <p:spPr>
            <a:xfrm>
              <a:off x="2584159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3" name="Google Shape;14163;p18"/>
            <p:cNvSpPr/>
            <p:nvPr/>
          </p:nvSpPr>
          <p:spPr>
            <a:xfrm>
              <a:off x="2703667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4" name="Google Shape;14164;p18"/>
            <p:cNvSpPr/>
            <p:nvPr/>
          </p:nvSpPr>
          <p:spPr>
            <a:xfrm>
              <a:off x="2823176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5" name="Google Shape;14165;p18"/>
            <p:cNvSpPr/>
            <p:nvPr/>
          </p:nvSpPr>
          <p:spPr>
            <a:xfrm>
              <a:off x="2942684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6" name="Google Shape;14166;p18"/>
            <p:cNvSpPr/>
            <p:nvPr/>
          </p:nvSpPr>
          <p:spPr>
            <a:xfrm>
              <a:off x="3062192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7" name="Google Shape;14167;p18"/>
            <p:cNvSpPr/>
            <p:nvPr/>
          </p:nvSpPr>
          <p:spPr>
            <a:xfrm>
              <a:off x="3181700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8" name="Google Shape;14168;p18"/>
            <p:cNvSpPr/>
            <p:nvPr/>
          </p:nvSpPr>
          <p:spPr>
            <a:xfrm>
              <a:off x="3301209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9" name="Google Shape;14169;p18"/>
            <p:cNvSpPr/>
            <p:nvPr/>
          </p:nvSpPr>
          <p:spPr>
            <a:xfrm>
              <a:off x="3420717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0" name="Google Shape;14170;p18"/>
            <p:cNvSpPr/>
            <p:nvPr/>
          </p:nvSpPr>
          <p:spPr>
            <a:xfrm>
              <a:off x="313503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1" name="Google Shape;14171;p18"/>
            <p:cNvSpPr/>
            <p:nvPr/>
          </p:nvSpPr>
          <p:spPr>
            <a:xfrm>
              <a:off x="433011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2" name="Google Shape;14172;p18"/>
            <p:cNvSpPr/>
            <p:nvPr/>
          </p:nvSpPr>
          <p:spPr>
            <a:xfrm>
              <a:off x="552519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3" name="Google Shape;14173;p18"/>
            <p:cNvSpPr/>
            <p:nvPr/>
          </p:nvSpPr>
          <p:spPr>
            <a:xfrm>
              <a:off x="672027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4" name="Google Shape;14174;p18"/>
            <p:cNvSpPr/>
            <p:nvPr/>
          </p:nvSpPr>
          <p:spPr>
            <a:xfrm>
              <a:off x="791536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5" name="Google Shape;14175;p18"/>
            <p:cNvSpPr/>
            <p:nvPr/>
          </p:nvSpPr>
          <p:spPr>
            <a:xfrm>
              <a:off x="911044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6" name="Google Shape;14176;p18"/>
            <p:cNvSpPr/>
            <p:nvPr/>
          </p:nvSpPr>
          <p:spPr>
            <a:xfrm>
              <a:off x="1030552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7" name="Google Shape;14177;p18"/>
            <p:cNvSpPr/>
            <p:nvPr/>
          </p:nvSpPr>
          <p:spPr>
            <a:xfrm>
              <a:off x="1150060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8" name="Google Shape;14178;p18"/>
            <p:cNvSpPr/>
            <p:nvPr/>
          </p:nvSpPr>
          <p:spPr>
            <a:xfrm>
              <a:off x="1269568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9" name="Google Shape;14179;p18"/>
            <p:cNvSpPr/>
            <p:nvPr/>
          </p:nvSpPr>
          <p:spPr>
            <a:xfrm>
              <a:off x="1389077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0" name="Google Shape;14180;p18"/>
            <p:cNvSpPr/>
            <p:nvPr/>
          </p:nvSpPr>
          <p:spPr>
            <a:xfrm>
              <a:off x="1508585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1" name="Google Shape;14181;p18"/>
            <p:cNvSpPr/>
            <p:nvPr/>
          </p:nvSpPr>
          <p:spPr>
            <a:xfrm>
              <a:off x="1628093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2" name="Google Shape;14182;p18"/>
            <p:cNvSpPr/>
            <p:nvPr/>
          </p:nvSpPr>
          <p:spPr>
            <a:xfrm>
              <a:off x="1747601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3" name="Google Shape;14183;p18"/>
            <p:cNvSpPr/>
            <p:nvPr/>
          </p:nvSpPr>
          <p:spPr>
            <a:xfrm>
              <a:off x="1867110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4" name="Google Shape;14184;p18"/>
            <p:cNvSpPr/>
            <p:nvPr/>
          </p:nvSpPr>
          <p:spPr>
            <a:xfrm>
              <a:off x="1986618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5" name="Google Shape;14185;p18"/>
            <p:cNvSpPr/>
            <p:nvPr/>
          </p:nvSpPr>
          <p:spPr>
            <a:xfrm>
              <a:off x="2106126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6" name="Google Shape;14186;p18"/>
            <p:cNvSpPr/>
            <p:nvPr/>
          </p:nvSpPr>
          <p:spPr>
            <a:xfrm>
              <a:off x="2225634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7" name="Google Shape;14187;p18"/>
            <p:cNvSpPr/>
            <p:nvPr/>
          </p:nvSpPr>
          <p:spPr>
            <a:xfrm>
              <a:off x="2345143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8" name="Google Shape;14188;p18"/>
            <p:cNvSpPr/>
            <p:nvPr/>
          </p:nvSpPr>
          <p:spPr>
            <a:xfrm>
              <a:off x="2464651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9" name="Google Shape;14189;p18"/>
            <p:cNvSpPr/>
            <p:nvPr/>
          </p:nvSpPr>
          <p:spPr>
            <a:xfrm>
              <a:off x="2584159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0" name="Google Shape;14190;p18"/>
            <p:cNvSpPr/>
            <p:nvPr/>
          </p:nvSpPr>
          <p:spPr>
            <a:xfrm>
              <a:off x="2703667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1" name="Google Shape;14191;p18"/>
            <p:cNvSpPr/>
            <p:nvPr/>
          </p:nvSpPr>
          <p:spPr>
            <a:xfrm>
              <a:off x="2823176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2" name="Google Shape;14192;p18"/>
            <p:cNvSpPr/>
            <p:nvPr/>
          </p:nvSpPr>
          <p:spPr>
            <a:xfrm>
              <a:off x="2942684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3" name="Google Shape;14193;p18"/>
            <p:cNvSpPr/>
            <p:nvPr/>
          </p:nvSpPr>
          <p:spPr>
            <a:xfrm>
              <a:off x="3062192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4" name="Google Shape;14194;p18"/>
            <p:cNvSpPr/>
            <p:nvPr/>
          </p:nvSpPr>
          <p:spPr>
            <a:xfrm>
              <a:off x="3181700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5" name="Google Shape;14195;p18"/>
            <p:cNvSpPr/>
            <p:nvPr/>
          </p:nvSpPr>
          <p:spPr>
            <a:xfrm>
              <a:off x="3301209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6" name="Google Shape;14196;p18"/>
            <p:cNvSpPr/>
            <p:nvPr/>
          </p:nvSpPr>
          <p:spPr>
            <a:xfrm>
              <a:off x="3420717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7" name="Google Shape;14197;p18"/>
            <p:cNvSpPr/>
            <p:nvPr/>
          </p:nvSpPr>
          <p:spPr>
            <a:xfrm>
              <a:off x="313503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8" name="Google Shape;14198;p18"/>
            <p:cNvSpPr/>
            <p:nvPr/>
          </p:nvSpPr>
          <p:spPr>
            <a:xfrm>
              <a:off x="433011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9" name="Google Shape;14199;p18"/>
            <p:cNvSpPr/>
            <p:nvPr/>
          </p:nvSpPr>
          <p:spPr>
            <a:xfrm>
              <a:off x="552519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0" name="Google Shape;14200;p18"/>
            <p:cNvSpPr/>
            <p:nvPr/>
          </p:nvSpPr>
          <p:spPr>
            <a:xfrm>
              <a:off x="672027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1" name="Google Shape;14201;p18"/>
            <p:cNvSpPr/>
            <p:nvPr/>
          </p:nvSpPr>
          <p:spPr>
            <a:xfrm>
              <a:off x="791536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2" name="Google Shape;14202;p18"/>
            <p:cNvSpPr/>
            <p:nvPr/>
          </p:nvSpPr>
          <p:spPr>
            <a:xfrm>
              <a:off x="911044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3" name="Google Shape;14203;p18"/>
            <p:cNvSpPr/>
            <p:nvPr/>
          </p:nvSpPr>
          <p:spPr>
            <a:xfrm>
              <a:off x="1030552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4" name="Google Shape;14204;p18"/>
            <p:cNvSpPr/>
            <p:nvPr/>
          </p:nvSpPr>
          <p:spPr>
            <a:xfrm>
              <a:off x="1150060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5" name="Google Shape;14205;p18"/>
            <p:cNvSpPr/>
            <p:nvPr/>
          </p:nvSpPr>
          <p:spPr>
            <a:xfrm>
              <a:off x="1269568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6" name="Google Shape;14206;p18"/>
            <p:cNvSpPr/>
            <p:nvPr/>
          </p:nvSpPr>
          <p:spPr>
            <a:xfrm>
              <a:off x="1389077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7" name="Google Shape;14207;p18"/>
            <p:cNvSpPr/>
            <p:nvPr/>
          </p:nvSpPr>
          <p:spPr>
            <a:xfrm>
              <a:off x="1508585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8" name="Google Shape;14208;p18"/>
            <p:cNvSpPr/>
            <p:nvPr/>
          </p:nvSpPr>
          <p:spPr>
            <a:xfrm>
              <a:off x="1628093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9" name="Google Shape;14209;p18"/>
            <p:cNvSpPr/>
            <p:nvPr/>
          </p:nvSpPr>
          <p:spPr>
            <a:xfrm>
              <a:off x="1747601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0" name="Google Shape;14210;p18"/>
            <p:cNvSpPr/>
            <p:nvPr/>
          </p:nvSpPr>
          <p:spPr>
            <a:xfrm>
              <a:off x="1867110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1" name="Google Shape;14211;p18"/>
            <p:cNvSpPr/>
            <p:nvPr/>
          </p:nvSpPr>
          <p:spPr>
            <a:xfrm>
              <a:off x="1986618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2" name="Google Shape;14212;p18"/>
            <p:cNvSpPr/>
            <p:nvPr/>
          </p:nvSpPr>
          <p:spPr>
            <a:xfrm>
              <a:off x="2106126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3" name="Google Shape;14213;p18"/>
            <p:cNvSpPr/>
            <p:nvPr/>
          </p:nvSpPr>
          <p:spPr>
            <a:xfrm>
              <a:off x="2225634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4" name="Google Shape;14214;p18"/>
            <p:cNvSpPr/>
            <p:nvPr/>
          </p:nvSpPr>
          <p:spPr>
            <a:xfrm>
              <a:off x="2345143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5" name="Google Shape;14215;p18"/>
            <p:cNvSpPr/>
            <p:nvPr/>
          </p:nvSpPr>
          <p:spPr>
            <a:xfrm>
              <a:off x="2464651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6" name="Google Shape;14216;p18"/>
            <p:cNvSpPr/>
            <p:nvPr/>
          </p:nvSpPr>
          <p:spPr>
            <a:xfrm>
              <a:off x="2584159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7" name="Google Shape;14217;p18"/>
            <p:cNvSpPr/>
            <p:nvPr/>
          </p:nvSpPr>
          <p:spPr>
            <a:xfrm>
              <a:off x="2703667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8" name="Google Shape;14218;p18"/>
            <p:cNvSpPr/>
            <p:nvPr/>
          </p:nvSpPr>
          <p:spPr>
            <a:xfrm>
              <a:off x="2823176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9" name="Google Shape;14219;p18"/>
            <p:cNvSpPr/>
            <p:nvPr/>
          </p:nvSpPr>
          <p:spPr>
            <a:xfrm>
              <a:off x="2942684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0" name="Google Shape;14220;p18"/>
            <p:cNvSpPr/>
            <p:nvPr/>
          </p:nvSpPr>
          <p:spPr>
            <a:xfrm>
              <a:off x="3062192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1" name="Google Shape;14221;p18"/>
            <p:cNvSpPr/>
            <p:nvPr/>
          </p:nvSpPr>
          <p:spPr>
            <a:xfrm>
              <a:off x="3181700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2" name="Google Shape;14222;p18"/>
            <p:cNvSpPr/>
            <p:nvPr/>
          </p:nvSpPr>
          <p:spPr>
            <a:xfrm>
              <a:off x="3301209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3" name="Google Shape;14223;p18"/>
            <p:cNvSpPr/>
            <p:nvPr/>
          </p:nvSpPr>
          <p:spPr>
            <a:xfrm>
              <a:off x="3420717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4" name="Google Shape;14224;p18"/>
            <p:cNvSpPr/>
            <p:nvPr/>
          </p:nvSpPr>
          <p:spPr>
            <a:xfrm>
              <a:off x="313503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5" name="Google Shape;14225;p18"/>
            <p:cNvSpPr/>
            <p:nvPr/>
          </p:nvSpPr>
          <p:spPr>
            <a:xfrm>
              <a:off x="433011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6" name="Google Shape;14226;p18"/>
            <p:cNvSpPr/>
            <p:nvPr/>
          </p:nvSpPr>
          <p:spPr>
            <a:xfrm>
              <a:off x="552519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7" name="Google Shape;14227;p18"/>
            <p:cNvSpPr/>
            <p:nvPr/>
          </p:nvSpPr>
          <p:spPr>
            <a:xfrm>
              <a:off x="672027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8" name="Google Shape;14228;p18"/>
            <p:cNvSpPr/>
            <p:nvPr/>
          </p:nvSpPr>
          <p:spPr>
            <a:xfrm>
              <a:off x="791536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9" name="Google Shape;14229;p18"/>
            <p:cNvSpPr/>
            <p:nvPr/>
          </p:nvSpPr>
          <p:spPr>
            <a:xfrm>
              <a:off x="911044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0" name="Google Shape;14230;p18"/>
            <p:cNvSpPr/>
            <p:nvPr/>
          </p:nvSpPr>
          <p:spPr>
            <a:xfrm>
              <a:off x="1030552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1" name="Google Shape;14231;p18"/>
            <p:cNvSpPr/>
            <p:nvPr/>
          </p:nvSpPr>
          <p:spPr>
            <a:xfrm>
              <a:off x="1150060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2" name="Google Shape;14232;p18"/>
            <p:cNvSpPr/>
            <p:nvPr/>
          </p:nvSpPr>
          <p:spPr>
            <a:xfrm>
              <a:off x="1269568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3" name="Google Shape;14233;p18"/>
            <p:cNvSpPr/>
            <p:nvPr/>
          </p:nvSpPr>
          <p:spPr>
            <a:xfrm>
              <a:off x="1389077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4" name="Google Shape;14234;p18"/>
            <p:cNvSpPr/>
            <p:nvPr/>
          </p:nvSpPr>
          <p:spPr>
            <a:xfrm>
              <a:off x="1508585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5" name="Google Shape;14235;p18"/>
            <p:cNvSpPr/>
            <p:nvPr/>
          </p:nvSpPr>
          <p:spPr>
            <a:xfrm>
              <a:off x="1628093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6" name="Google Shape;14236;p18"/>
            <p:cNvSpPr/>
            <p:nvPr/>
          </p:nvSpPr>
          <p:spPr>
            <a:xfrm>
              <a:off x="1747601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7" name="Google Shape;14237;p18"/>
            <p:cNvSpPr/>
            <p:nvPr/>
          </p:nvSpPr>
          <p:spPr>
            <a:xfrm>
              <a:off x="1867110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8" name="Google Shape;14238;p18"/>
            <p:cNvSpPr/>
            <p:nvPr/>
          </p:nvSpPr>
          <p:spPr>
            <a:xfrm>
              <a:off x="1986618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9" name="Google Shape;14239;p18"/>
            <p:cNvSpPr/>
            <p:nvPr/>
          </p:nvSpPr>
          <p:spPr>
            <a:xfrm>
              <a:off x="2106126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0" name="Google Shape;14240;p18"/>
            <p:cNvSpPr/>
            <p:nvPr/>
          </p:nvSpPr>
          <p:spPr>
            <a:xfrm>
              <a:off x="2225634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1" name="Google Shape;14241;p18"/>
            <p:cNvSpPr/>
            <p:nvPr/>
          </p:nvSpPr>
          <p:spPr>
            <a:xfrm>
              <a:off x="2345143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2" name="Google Shape;14242;p18"/>
            <p:cNvSpPr/>
            <p:nvPr/>
          </p:nvSpPr>
          <p:spPr>
            <a:xfrm>
              <a:off x="2464651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3" name="Google Shape;14243;p18"/>
            <p:cNvSpPr/>
            <p:nvPr/>
          </p:nvSpPr>
          <p:spPr>
            <a:xfrm>
              <a:off x="2584159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4" name="Google Shape;14244;p18"/>
            <p:cNvSpPr/>
            <p:nvPr/>
          </p:nvSpPr>
          <p:spPr>
            <a:xfrm>
              <a:off x="2703667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5" name="Google Shape;14245;p18"/>
            <p:cNvSpPr/>
            <p:nvPr/>
          </p:nvSpPr>
          <p:spPr>
            <a:xfrm>
              <a:off x="2823176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6" name="Google Shape;14246;p18"/>
            <p:cNvSpPr/>
            <p:nvPr/>
          </p:nvSpPr>
          <p:spPr>
            <a:xfrm>
              <a:off x="2942684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7" name="Google Shape;14247;p18"/>
            <p:cNvSpPr/>
            <p:nvPr/>
          </p:nvSpPr>
          <p:spPr>
            <a:xfrm>
              <a:off x="3062192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8" name="Google Shape;14248;p18"/>
            <p:cNvSpPr/>
            <p:nvPr/>
          </p:nvSpPr>
          <p:spPr>
            <a:xfrm>
              <a:off x="3181700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9" name="Google Shape;14249;p18"/>
            <p:cNvSpPr/>
            <p:nvPr/>
          </p:nvSpPr>
          <p:spPr>
            <a:xfrm>
              <a:off x="3301209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0" name="Google Shape;14250;p18"/>
            <p:cNvSpPr/>
            <p:nvPr/>
          </p:nvSpPr>
          <p:spPr>
            <a:xfrm>
              <a:off x="3420717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1" name="Google Shape;14251;p18"/>
            <p:cNvSpPr/>
            <p:nvPr/>
          </p:nvSpPr>
          <p:spPr>
            <a:xfrm>
              <a:off x="313503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2" name="Google Shape;14252;p18"/>
            <p:cNvSpPr/>
            <p:nvPr/>
          </p:nvSpPr>
          <p:spPr>
            <a:xfrm>
              <a:off x="433011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3" name="Google Shape;14253;p18"/>
            <p:cNvSpPr/>
            <p:nvPr/>
          </p:nvSpPr>
          <p:spPr>
            <a:xfrm>
              <a:off x="552519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4" name="Google Shape;14254;p18"/>
            <p:cNvSpPr/>
            <p:nvPr/>
          </p:nvSpPr>
          <p:spPr>
            <a:xfrm>
              <a:off x="672027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5" name="Google Shape;14255;p18"/>
            <p:cNvSpPr/>
            <p:nvPr/>
          </p:nvSpPr>
          <p:spPr>
            <a:xfrm>
              <a:off x="791536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6" name="Google Shape;14256;p18"/>
            <p:cNvSpPr/>
            <p:nvPr/>
          </p:nvSpPr>
          <p:spPr>
            <a:xfrm>
              <a:off x="911044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7" name="Google Shape;14257;p18"/>
            <p:cNvSpPr/>
            <p:nvPr/>
          </p:nvSpPr>
          <p:spPr>
            <a:xfrm>
              <a:off x="1030552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8" name="Google Shape;14258;p18"/>
            <p:cNvSpPr/>
            <p:nvPr/>
          </p:nvSpPr>
          <p:spPr>
            <a:xfrm>
              <a:off x="1150060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9" name="Google Shape;14259;p18"/>
            <p:cNvSpPr/>
            <p:nvPr/>
          </p:nvSpPr>
          <p:spPr>
            <a:xfrm>
              <a:off x="1269568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0" name="Google Shape;14260;p18"/>
            <p:cNvSpPr/>
            <p:nvPr/>
          </p:nvSpPr>
          <p:spPr>
            <a:xfrm>
              <a:off x="1389077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1" name="Google Shape;14261;p18"/>
            <p:cNvSpPr/>
            <p:nvPr/>
          </p:nvSpPr>
          <p:spPr>
            <a:xfrm>
              <a:off x="1508585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2" name="Google Shape;14262;p18"/>
            <p:cNvSpPr/>
            <p:nvPr/>
          </p:nvSpPr>
          <p:spPr>
            <a:xfrm>
              <a:off x="1628093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3" name="Google Shape;14263;p18"/>
            <p:cNvSpPr/>
            <p:nvPr/>
          </p:nvSpPr>
          <p:spPr>
            <a:xfrm>
              <a:off x="1747601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4" name="Google Shape;14264;p18"/>
            <p:cNvSpPr/>
            <p:nvPr/>
          </p:nvSpPr>
          <p:spPr>
            <a:xfrm>
              <a:off x="1867110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5" name="Google Shape;14265;p18"/>
            <p:cNvSpPr/>
            <p:nvPr/>
          </p:nvSpPr>
          <p:spPr>
            <a:xfrm>
              <a:off x="1986618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6" name="Google Shape;14266;p18"/>
            <p:cNvSpPr/>
            <p:nvPr/>
          </p:nvSpPr>
          <p:spPr>
            <a:xfrm>
              <a:off x="2106126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7" name="Google Shape;14267;p18"/>
            <p:cNvSpPr/>
            <p:nvPr/>
          </p:nvSpPr>
          <p:spPr>
            <a:xfrm>
              <a:off x="2225634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8" name="Google Shape;14268;p18"/>
            <p:cNvSpPr/>
            <p:nvPr/>
          </p:nvSpPr>
          <p:spPr>
            <a:xfrm>
              <a:off x="2345143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9" name="Google Shape;14269;p18"/>
            <p:cNvSpPr/>
            <p:nvPr/>
          </p:nvSpPr>
          <p:spPr>
            <a:xfrm>
              <a:off x="2464651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0" name="Google Shape;14270;p18"/>
            <p:cNvSpPr/>
            <p:nvPr/>
          </p:nvSpPr>
          <p:spPr>
            <a:xfrm>
              <a:off x="2584159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1" name="Google Shape;14271;p18"/>
            <p:cNvSpPr/>
            <p:nvPr/>
          </p:nvSpPr>
          <p:spPr>
            <a:xfrm>
              <a:off x="2703667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2" name="Google Shape;14272;p18"/>
            <p:cNvSpPr/>
            <p:nvPr/>
          </p:nvSpPr>
          <p:spPr>
            <a:xfrm>
              <a:off x="2823176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3" name="Google Shape;14273;p18"/>
            <p:cNvSpPr/>
            <p:nvPr/>
          </p:nvSpPr>
          <p:spPr>
            <a:xfrm>
              <a:off x="2942684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4" name="Google Shape;14274;p18"/>
            <p:cNvSpPr/>
            <p:nvPr/>
          </p:nvSpPr>
          <p:spPr>
            <a:xfrm>
              <a:off x="3062192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5" name="Google Shape;14275;p18"/>
            <p:cNvSpPr/>
            <p:nvPr/>
          </p:nvSpPr>
          <p:spPr>
            <a:xfrm>
              <a:off x="3181700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6" name="Google Shape;14276;p18"/>
            <p:cNvSpPr/>
            <p:nvPr/>
          </p:nvSpPr>
          <p:spPr>
            <a:xfrm>
              <a:off x="3301209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7" name="Google Shape;14277;p18"/>
            <p:cNvSpPr/>
            <p:nvPr/>
          </p:nvSpPr>
          <p:spPr>
            <a:xfrm>
              <a:off x="3420717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8" name="Google Shape;14278;p18"/>
            <p:cNvSpPr/>
            <p:nvPr/>
          </p:nvSpPr>
          <p:spPr>
            <a:xfrm>
              <a:off x="313503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9" name="Google Shape;14279;p18"/>
            <p:cNvSpPr/>
            <p:nvPr/>
          </p:nvSpPr>
          <p:spPr>
            <a:xfrm>
              <a:off x="433011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0" name="Google Shape;14280;p18"/>
            <p:cNvSpPr/>
            <p:nvPr/>
          </p:nvSpPr>
          <p:spPr>
            <a:xfrm>
              <a:off x="552519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1" name="Google Shape;14281;p18"/>
            <p:cNvSpPr/>
            <p:nvPr/>
          </p:nvSpPr>
          <p:spPr>
            <a:xfrm>
              <a:off x="672027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2" name="Google Shape;14282;p18"/>
            <p:cNvSpPr/>
            <p:nvPr/>
          </p:nvSpPr>
          <p:spPr>
            <a:xfrm>
              <a:off x="791536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3" name="Google Shape;14283;p18"/>
            <p:cNvSpPr/>
            <p:nvPr/>
          </p:nvSpPr>
          <p:spPr>
            <a:xfrm>
              <a:off x="911044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4" name="Google Shape;14284;p18"/>
            <p:cNvSpPr/>
            <p:nvPr/>
          </p:nvSpPr>
          <p:spPr>
            <a:xfrm>
              <a:off x="1030552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5" name="Google Shape;14285;p18"/>
            <p:cNvSpPr/>
            <p:nvPr/>
          </p:nvSpPr>
          <p:spPr>
            <a:xfrm>
              <a:off x="1150060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6" name="Google Shape;14286;p18"/>
            <p:cNvSpPr/>
            <p:nvPr/>
          </p:nvSpPr>
          <p:spPr>
            <a:xfrm>
              <a:off x="1269568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7" name="Google Shape;14287;p18"/>
            <p:cNvSpPr/>
            <p:nvPr/>
          </p:nvSpPr>
          <p:spPr>
            <a:xfrm>
              <a:off x="1389077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8" name="Google Shape;14288;p18"/>
            <p:cNvSpPr/>
            <p:nvPr/>
          </p:nvSpPr>
          <p:spPr>
            <a:xfrm>
              <a:off x="1508585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9" name="Google Shape;14289;p18"/>
            <p:cNvSpPr/>
            <p:nvPr/>
          </p:nvSpPr>
          <p:spPr>
            <a:xfrm>
              <a:off x="1628093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0" name="Google Shape;14290;p18"/>
            <p:cNvSpPr/>
            <p:nvPr/>
          </p:nvSpPr>
          <p:spPr>
            <a:xfrm>
              <a:off x="1747601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1" name="Google Shape;14291;p18"/>
            <p:cNvSpPr/>
            <p:nvPr/>
          </p:nvSpPr>
          <p:spPr>
            <a:xfrm>
              <a:off x="1867110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2" name="Google Shape;14292;p18"/>
            <p:cNvSpPr/>
            <p:nvPr/>
          </p:nvSpPr>
          <p:spPr>
            <a:xfrm>
              <a:off x="1986618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3" name="Google Shape;14293;p18"/>
            <p:cNvSpPr/>
            <p:nvPr/>
          </p:nvSpPr>
          <p:spPr>
            <a:xfrm>
              <a:off x="2106126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4" name="Google Shape;14294;p18"/>
            <p:cNvSpPr/>
            <p:nvPr/>
          </p:nvSpPr>
          <p:spPr>
            <a:xfrm>
              <a:off x="2225634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5" name="Google Shape;14295;p18"/>
            <p:cNvSpPr/>
            <p:nvPr/>
          </p:nvSpPr>
          <p:spPr>
            <a:xfrm>
              <a:off x="2345143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6" name="Google Shape;14296;p18"/>
            <p:cNvSpPr/>
            <p:nvPr/>
          </p:nvSpPr>
          <p:spPr>
            <a:xfrm>
              <a:off x="2464651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7" name="Google Shape;14297;p18"/>
            <p:cNvSpPr/>
            <p:nvPr/>
          </p:nvSpPr>
          <p:spPr>
            <a:xfrm>
              <a:off x="2584159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8" name="Google Shape;14298;p18"/>
            <p:cNvSpPr/>
            <p:nvPr/>
          </p:nvSpPr>
          <p:spPr>
            <a:xfrm>
              <a:off x="2703667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9" name="Google Shape;14299;p18"/>
            <p:cNvSpPr/>
            <p:nvPr/>
          </p:nvSpPr>
          <p:spPr>
            <a:xfrm>
              <a:off x="2823176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0" name="Google Shape;14300;p18"/>
            <p:cNvSpPr/>
            <p:nvPr/>
          </p:nvSpPr>
          <p:spPr>
            <a:xfrm>
              <a:off x="2942684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1" name="Google Shape;14301;p18"/>
            <p:cNvSpPr/>
            <p:nvPr/>
          </p:nvSpPr>
          <p:spPr>
            <a:xfrm>
              <a:off x="3062192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2" name="Google Shape;14302;p18"/>
            <p:cNvSpPr/>
            <p:nvPr/>
          </p:nvSpPr>
          <p:spPr>
            <a:xfrm>
              <a:off x="3181700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3" name="Google Shape;14303;p18"/>
            <p:cNvSpPr/>
            <p:nvPr/>
          </p:nvSpPr>
          <p:spPr>
            <a:xfrm>
              <a:off x="3301209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4" name="Google Shape;14304;p18"/>
            <p:cNvSpPr/>
            <p:nvPr/>
          </p:nvSpPr>
          <p:spPr>
            <a:xfrm>
              <a:off x="3420717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5" name="Google Shape;14305;p18"/>
            <p:cNvSpPr/>
            <p:nvPr/>
          </p:nvSpPr>
          <p:spPr>
            <a:xfrm>
              <a:off x="313503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6" name="Google Shape;14306;p18"/>
            <p:cNvSpPr/>
            <p:nvPr/>
          </p:nvSpPr>
          <p:spPr>
            <a:xfrm>
              <a:off x="433011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7" name="Google Shape;14307;p18"/>
            <p:cNvSpPr/>
            <p:nvPr/>
          </p:nvSpPr>
          <p:spPr>
            <a:xfrm>
              <a:off x="552519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8" name="Google Shape;14308;p18"/>
            <p:cNvSpPr/>
            <p:nvPr/>
          </p:nvSpPr>
          <p:spPr>
            <a:xfrm>
              <a:off x="672027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9" name="Google Shape;14309;p18"/>
            <p:cNvSpPr/>
            <p:nvPr/>
          </p:nvSpPr>
          <p:spPr>
            <a:xfrm>
              <a:off x="791536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0" name="Google Shape;14310;p18"/>
            <p:cNvSpPr/>
            <p:nvPr/>
          </p:nvSpPr>
          <p:spPr>
            <a:xfrm>
              <a:off x="911044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1" name="Google Shape;14311;p18"/>
            <p:cNvSpPr/>
            <p:nvPr/>
          </p:nvSpPr>
          <p:spPr>
            <a:xfrm>
              <a:off x="1030552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2" name="Google Shape;14312;p18"/>
            <p:cNvSpPr/>
            <p:nvPr/>
          </p:nvSpPr>
          <p:spPr>
            <a:xfrm>
              <a:off x="1150060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3" name="Google Shape;14313;p18"/>
            <p:cNvSpPr/>
            <p:nvPr/>
          </p:nvSpPr>
          <p:spPr>
            <a:xfrm>
              <a:off x="1269568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4" name="Google Shape;14314;p18"/>
            <p:cNvSpPr/>
            <p:nvPr/>
          </p:nvSpPr>
          <p:spPr>
            <a:xfrm>
              <a:off x="1389077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5" name="Google Shape;14315;p18"/>
            <p:cNvSpPr/>
            <p:nvPr/>
          </p:nvSpPr>
          <p:spPr>
            <a:xfrm>
              <a:off x="1508585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6" name="Google Shape;14316;p18"/>
            <p:cNvSpPr/>
            <p:nvPr/>
          </p:nvSpPr>
          <p:spPr>
            <a:xfrm>
              <a:off x="1628093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7" name="Google Shape;14317;p18"/>
            <p:cNvSpPr/>
            <p:nvPr/>
          </p:nvSpPr>
          <p:spPr>
            <a:xfrm>
              <a:off x="1747601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8" name="Google Shape;14318;p18"/>
            <p:cNvSpPr/>
            <p:nvPr/>
          </p:nvSpPr>
          <p:spPr>
            <a:xfrm>
              <a:off x="1867110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9" name="Google Shape;14319;p18"/>
            <p:cNvSpPr/>
            <p:nvPr/>
          </p:nvSpPr>
          <p:spPr>
            <a:xfrm>
              <a:off x="1986618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0" name="Google Shape;14320;p18"/>
            <p:cNvSpPr/>
            <p:nvPr/>
          </p:nvSpPr>
          <p:spPr>
            <a:xfrm>
              <a:off x="2106126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1" name="Google Shape;14321;p18"/>
            <p:cNvSpPr/>
            <p:nvPr/>
          </p:nvSpPr>
          <p:spPr>
            <a:xfrm>
              <a:off x="2225634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2" name="Google Shape;14322;p18"/>
            <p:cNvSpPr/>
            <p:nvPr/>
          </p:nvSpPr>
          <p:spPr>
            <a:xfrm>
              <a:off x="2345143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3" name="Google Shape;14323;p18"/>
            <p:cNvSpPr/>
            <p:nvPr/>
          </p:nvSpPr>
          <p:spPr>
            <a:xfrm>
              <a:off x="2464651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4" name="Google Shape;14324;p18"/>
            <p:cNvSpPr/>
            <p:nvPr/>
          </p:nvSpPr>
          <p:spPr>
            <a:xfrm>
              <a:off x="2584159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5" name="Google Shape;14325;p18"/>
            <p:cNvSpPr/>
            <p:nvPr/>
          </p:nvSpPr>
          <p:spPr>
            <a:xfrm>
              <a:off x="2703667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6" name="Google Shape;14326;p18"/>
            <p:cNvSpPr/>
            <p:nvPr/>
          </p:nvSpPr>
          <p:spPr>
            <a:xfrm>
              <a:off x="2823176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7" name="Google Shape;14327;p18"/>
            <p:cNvSpPr/>
            <p:nvPr/>
          </p:nvSpPr>
          <p:spPr>
            <a:xfrm>
              <a:off x="2942684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8" name="Google Shape;14328;p18"/>
            <p:cNvSpPr/>
            <p:nvPr/>
          </p:nvSpPr>
          <p:spPr>
            <a:xfrm>
              <a:off x="3062192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9" name="Google Shape;14329;p18"/>
            <p:cNvSpPr/>
            <p:nvPr/>
          </p:nvSpPr>
          <p:spPr>
            <a:xfrm>
              <a:off x="3181700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0" name="Google Shape;14330;p18"/>
            <p:cNvSpPr/>
            <p:nvPr/>
          </p:nvSpPr>
          <p:spPr>
            <a:xfrm>
              <a:off x="3301209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1" name="Google Shape;14331;p18"/>
            <p:cNvSpPr/>
            <p:nvPr/>
          </p:nvSpPr>
          <p:spPr>
            <a:xfrm>
              <a:off x="3420717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2" name="Google Shape;14332;p18"/>
            <p:cNvSpPr/>
            <p:nvPr/>
          </p:nvSpPr>
          <p:spPr>
            <a:xfrm>
              <a:off x="313503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3" name="Google Shape;14333;p18"/>
            <p:cNvSpPr/>
            <p:nvPr/>
          </p:nvSpPr>
          <p:spPr>
            <a:xfrm>
              <a:off x="433011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4" name="Google Shape;14334;p18"/>
            <p:cNvSpPr/>
            <p:nvPr/>
          </p:nvSpPr>
          <p:spPr>
            <a:xfrm>
              <a:off x="552519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5" name="Google Shape;14335;p18"/>
            <p:cNvSpPr/>
            <p:nvPr/>
          </p:nvSpPr>
          <p:spPr>
            <a:xfrm>
              <a:off x="672027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6" name="Google Shape;14336;p18"/>
            <p:cNvSpPr/>
            <p:nvPr/>
          </p:nvSpPr>
          <p:spPr>
            <a:xfrm>
              <a:off x="791536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7" name="Google Shape;14337;p18"/>
            <p:cNvSpPr/>
            <p:nvPr/>
          </p:nvSpPr>
          <p:spPr>
            <a:xfrm>
              <a:off x="911044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8" name="Google Shape;14338;p18"/>
            <p:cNvSpPr/>
            <p:nvPr/>
          </p:nvSpPr>
          <p:spPr>
            <a:xfrm>
              <a:off x="1030552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9" name="Google Shape;14339;p18"/>
            <p:cNvSpPr/>
            <p:nvPr/>
          </p:nvSpPr>
          <p:spPr>
            <a:xfrm>
              <a:off x="1150060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0" name="Google Shape;14340;p18"/>
            <p:cNvSpPr/>
            <p:nvPr/>
          </p:nvSpPr>
          <p:spPr>
            <a:xfrm>
              <a:off x="1269568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1" name="Google Shape;14341;p18"/>
            <p:cNvSpPr/>
            <p:nvPr/>
          </p:nvSpPr>
          <p:spPr>
            <a:xfrm>
              <a:off x="1389077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2" name="Google Shape;14342;p18"/>
            <p:cNvSpPr/>
            <p:nvPr/>
          </p:nvSpPr>
          <p:spPr>
            <a:xfrm>
              <a:off x="1508585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3" name="Google Shape;14343;p18"/>
            <p:cNvSpPr/>
            <p:nvPr/>
          </p:nvSpPr>
          <p:spPr>
            <a:xfrm>
              <a:off x="1628093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4" name="Google Shape;14344;p18"/>
            <p:cNvSpPr/>
            <p:nvPr/>
          </p:nvSpPr>
          <p:spPr>
            <a:xfrm>
              <a:off x="1747601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5" name="Google Shape;14345;p18"/>
            <p:cNvSpPr/>
            <p:nvPr/>
          </p:nvSpPr>
          <p:spPr>
            <a:xfrm>
              <a:off x="1867110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6" name="Google Shape;14346;p18"/>
            <p:cNvSpPr/>
            <p:nvPr/>
          </p:nvSpPr>
          <p:spPr>
            <a:xfrm>
              <a:off x="1986618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7" name="Google Shape;14347;p18"/>
            <p:cNvSpPr/>
            <p:nvPr/>
          </p:nvSpPr>
          <p:spPr>
            <a:xfrm>
              <a:off x="2106126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8" name="Google Shape;14348;p18"/>
            <p:cNvSpPr/>
            <p:nvPr/>
          </p:nvSpPr>
          <p:spPr>
            <a:xfrm>
              <a:off x="2225634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9" name="Google Shape;14349;p18"/>
            <p:cNvSpPr/>
            <p:nvPr/>
          </p:nvSpPr>
          <p:spPr>
            <a:xfrm>
              <a:off x="2345143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0" name="Google Shape;14350;p18"/>
            <p:cNvSpPr/>
            <p:nvPr/>
          </p:nvSpPr>
          <p:spPr>
            <a:xfrm>
              <a:off x="2464651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1" name="Google Shape;14351;p18"/>
            <p:cNvSpPr/>
            <p:nvPr/>
          </p:nvSpPr>
          <p:spPr>
            <a:xfrm>
              <a:off x="2584159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2" name="Google Shape;14352;p18"/>
            <p:cNvSpPr/>
            <p:nvPr/>
          </p:nvSpPr>
          <p:spPr>
            <a:xfrm>
              <a:off x="2703667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3" name="Google Shape;14353;p18"/>
            <p:cNvSpPr/>
            <p:nvPr/>
          </p:nvSpPr>
          <p:spPr>
            <a:xfrm>
              <a:off x="2823176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4" name="Google Shape;14354;p18"/>
            <p:cNvSpPr/>
            <p:nvPr/>
          </p:nvSpPr>
          <p:spPr>
            <a:xfrm>
              <a:off x="2942684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5" name="Google Shape;14355;p18"/>
            <p:cNvSpPr/>
            <p:nvPr/>
          </p:nvSpPr>
          <p:spPr>
            <a:xfrm>
              <a:off x="3062192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6" name="Google Shape;14356;p18"/>
            <p:cNvSpPr/>
            <p:nvPr/>
          </p:nvSpPr>
          <p:spPr>
            <a:xfrm>
              <a:off x="3181700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7" name="Google Shape;14357;p18"/>
            <p:cNvSpPr/>
            <p:nvPr/>
          </p:nvSpPr>
          <p:spPr>
            <a:xfrm>
              <a:off x="3301209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8" name="Google Shape;14358;p18"/>
            <p:cNvSpPr/>
            <p:nvPr/>
          </p:nvSpPr>
          <p:spPr>
            <a:xfrm>
              <a:off x="3420717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9" name="Google Shape;14359;p18"/>
            <p:cNvSpPr/>
            <p:nvPr/>
          </p:nvSpPr>
          <p:spPr>
            <a:xfrm>
              <a:off x="313503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0" name="Google Shape;14360;p18"/>
            <p:cNvSpPr/>
            <p:nvPr/>
          </p:nvSpPr>
          <p:spPr>
            <a:xfrm>
              <a:off x="433011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1" name="Google Shape;14361;p18"/>
            <p:cNvSpPr/>
            <p:nvPr/>
          </p:nvSpPr>
          <p:spPr>
            <a:xfrm>
              <a:off x="552519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2" name="Google Shape;14362;p18"/>
            <p:cNvSpPr/>
            <p:nvPr/>
          </p:nvSpPr>
          <p:spPr>
            <a:xfrm>
              <a:off x="672027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3" name="Google Shape;14363;p18"/>
            <p:cNvSpPr/>
            <p:nvPr/>
          </p:nvSpPr>
          <p:spPr>
            <a:xfrm>
              <a:off x="791536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4" name="Google Shape;14364;p18"/>
            <p:cNvSpPr/>
            <p:nvPr/>
          </p:nvSpPr>
          <p:spPr>
            <a:xfrm>
              <a:off x="911044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5" name="Google Shape;14365;p18"/>
            <p:cNvSpPr/>
            <p:nvPr/>
          </p:nvSpPr>
          <p:spPr>
            <a:xfrm>
              <a:off x="1030552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6" name="Google Shape;14366;p18"/>
            <p:cNvSpPr/>
            <p:nvPr/>
          </p:nvSpPr>
          <p:spPr>
            <a:xfrm>
              <a:off x="1150060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7" name="Google Shape;14367;p18"/>
            <p:cNvSpPr/>
            <p:nvPr/>
          </p:nvSpPr>
          <p:spPr>
            <a:xfrm>
              <a:off x="1269568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8" name="Google Shape;14368;p18"/>
            <p:cNvSpPr/>
            <p:nvPr/>
          </p:nvSpPr>
          <p:spPr>
            <a:xfrm>
              <a:off x="1389077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9" name="Google Shape;14369;p18"/>
            <p:cNvSpPr/>
            <p:nvPr/>
          </p:nvSpPr>
          <p:spPr>
            <a:xfrm>
              <a:off x="1508585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0" name="Google Shape;14370;p18"/>
            <p:cNvSpPr/>
            <p:nvPr/>
          </p:nvSpPr>
          <p:spPr>
            <a:xfrm>
              <a:off x="1628093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1" name="Google Shape;14371;p18"/>
            <p:cNvSpPr/>
            <p:nvPr/>
          </p:nvSpPr>
          <p:spPr>
            <a:xfrm>
              <a:off x="1747601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2" name="Google Shape;14372;p18"/>
            <p:cNvSpPr/>
            <p:nvPr/>
          </p:nvSpPr>
          <p:spPr>
            <a:xfrm>
              <a:off x="1867110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3" name="Google Shape;14373;p18"/>
            <p:cNvSpPr/>
            <p:nvPr/>
          </p:nvSpPr>
          <p:spPr>
            <a:xfrm>
              <a:off x="1986618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4" name="Google Shape;14374;p18"/>
            <p:cNvSpPr/>
            <p:nvPr/>
          </p:nvSpPr>
          <p:spPr>
            <a:xfrm>
              <a:off x="2106126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5" name="Google Shape;14375;p18"/>
            <p:cNvSpPr/>
            <p:nvPr/>
          </p:nvSpPr>
          <p:spPr>
            <a:xfrm>
              <a:off x="2225634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6" name="Google Shape;14376;p18"/>
            <p:cNvSpPr/>
            <p:nvPr/>
          </p:nvSpPr>
          <p:spPr>
            <a:xfrm>
              <a:off x="2345143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7" name="Google Shape;14377;p18"/>
            <p:cNvSpPr/>
            <p:nvPr/>
          </p:nvSpPr>
          <p:spPr>
            <a:xfrm>
              <a:off x="2464651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8" name="Google Shape;14378;p18"/>
            <p:cNvSpPr/>
            <p:nvPr/>
          </p:nvSpPr>
          <p:spPr>
            <a:xfrm>
              <a:off x="2584159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9" name="Google Shape;14379;p18"/>
            <p:cNvSpPr/>
            <p:nvPr/>
          </p:nvSpPr>
          <p:spPr>
            <a:xfrm>
              <a:off x="2703667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0" name="Google Shape;14380;p18"/>
            <p:cNvSpPr/>
            <p:nvPr/>
          </p:nvSpPr>
          <p:spPr>
            <a:xfrm>
              <a:off x="2823176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1" name="Google Shape;14381;p18"/>
            <p:cNvSpPr/>
            <p:nvPr/>
          </p:nvSpPr>
          <p:spPr>
            <a:xfrm>
              <a:off x="2942684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2" name="Google Shape;14382;p18"/>
            <p:cNvSpPr/>
            <p:nvPr/>
          </p:nvSpPr>
          <p:spPr>
            <a:xfrm>
              <a:off x="3062192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3" name="Google Shape;14383;p18"/>
            <p:cNvSpPr/>
            <p:nvPr/>
          </p:nvSpPr>
          <p:spPr>
            <a:xfrm>
              <a:off x="3181700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4" name="Google Shape;14384;p18"/>
            <p:cNvSpPr/>
            <p:nvPr/>
          </p:nvSpPr>
          <p:spPr>
            <a:xfrm>
              <a:off x="3301209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5" name="Google Shape;14385;p18"/>
            <p:cNvSpPr/>
            <p:nvPr/>
          </p:nvSpPr>
          <p:spPr>
            <a:xfrm>
              <a:off x="3420717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6" name="Google Shape;14386;p18"/>
            <p:cNvSpPr/>
            <p:nvPr/>
          </p:nvSpPr>
          <p:spPr>
            <a:xfrm>
              <a:off x="313503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7" name="Google Shape;14387;p18"/>
            <p:cNvSpPr/>
            <p:nvPr/>
          </p:nvSpPr>
          <p:spPr>
            <a:xfrm>
              <a:off x="433011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8" name="Google Shape;14388;p18"/>
            <p:cNvSpPr/>
            <p:nvPr/>
          </p:nvSpPr>
          <p:spPr>
            <a:xfrm>
              <a:off x="552519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9" name="Google Shape;14389;p18"/>
            <p:cNvSpPr/>
            <p:nvPr/>
          </p:nvSpPr>
          <p:spPr>
            <a:xfrm>
              <a:off x="672027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0" name="Google Shape;14390;p18"/>
            <p:cNvSpPr/>
            <p:nvPr/>
          </p:nvSpPr>
          <p:spPr>
            <a:xfrm>
              <a:off x="791536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1" name="Google Shape;14391;p18"/>
            <p:cNvSpPr/>
            <p:nvPr/>
          </p:nvSpPr>
          <p:spPr>
            <a:xfrm>
              <a:off x="911044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2" name="Google Shape;14392;p18"/>
            <p:cNvSpPr/>
            <p:nvPr/>
          </p:nvSpPr>
          <p:spPr>
            <a:xfrm>
              <a:off x="1030552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3" name="Google Shape;14393;p18"/>
            <p:cNvSpPr/>
            <p:nvPr/>
          </p:nvSpPr>
          <p:spPr>
            <a:xfrm>
              <a:off x="1150060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4" name="Google Shape;14394;p18"/>
            <p:cNvSpPr/>
            <p:nvPr/>
          </p:nvSpPr>
          <p:spPr>
            <a:xfrm>
              <a:off x="1269568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5" name="Google Shape;14395;p18"/>
            <p:cNvSpPr/>
            <p:nvPr/>
          </p:nvSpPr>
          <p:spPr>
            <a:xfrm>
              <a:off x="1389077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6" name="Google Shape;14396;p18"/>
            <p:cNvSpPr/>
            <p:nvPr/>
          </p:nvSpPr>
          <p:spPr>
            <a:xfrm>
              <a:off x="1508585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7" name="Google Shape;14397;p18"/>
            <p:cNvSpPr/>
            <p:nvPr/>
          </p:nvSpPr>
          <p:spPr>
            <a:xfrm>
              <a:off x="1628093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8" name="Google Shape;14398;p18"/>
            <p:cNvSpPr/>
            <p:nvPr/>
          </p:nvSpPr>
          <p:spPr>
            <a:xfrm>
              <a:off x="1747601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9" name="Google Shape;14399;p18"/>
            <p:cNvSpPr/>
            <p:nvPr/>
          </p:nvSpPr>
          <p:spPr>
            <a:xfrm>
              <a:off x="1867110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0" name="Google Shape;14400;p18"/>
            <p:cNvSpPr/>
            <p:nvPr/>
          </p:nvSpPr>
          <p:spPr>
            <a:xfrm>
              <a:off x="1986618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1" name="Google Shape;14401;p18"/>
            <p:cNvSpPr/>
            <p:nvPr/>
          </p:nvSpPr>
          <p:spPr>
            <a:xfrm>
              <a:off x="2106126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2" name="Google Shape;14402;p18"/>
            <p:cNvSpPr/>
            <p:nvPr/>
          </p:nvSpPr>
          <p:spPr>
            <a:xfrm>
              <a:off x="2225634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3" name="Google Shape;14403;p18"/>
            <p:cNvSpPr/>
            <p:nvPr/>
          </p:nvSpPr>
          <p:spPr>
            <a:xfrm>
              <a:off x="2345143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4" name="Google Shape;14404;p18"/>
            <p:cNvSpPr/>
            <p:nvPr/>
          </p:nvSpPr>
          <p:spPr>
            <a:xfrm>
              <a:off x="2464651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5" name="Google Shape;14405;p18"/>
            <p:cNvSpPr/>
            <p:nvPr/>
          </p:nvSpPr>
          <p:spPr>
            <a:xfrm>
              <a:off x="2584159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6" name="Google Shape;14406;p18"/>
            <p:cNvSpPr/>
            <p:nvPr/>
          </p:nvSpPr>
          <p:spPr>
            <a:xfrm>
              <a:off x="2703667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7" name="Google Shape;14407;p18"/>
            <p:cNvSpPr/>
            <p:nvPr/>
          </p:nvSpPr>
          <p:spPr>
            <a:xfrm>
              <a:off x="2823176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8" name="Google Shape;14408;p18"/>
            <p:cNvSpPr/>
            <p:nvPr/>
          </p:nvSpPr>
          <p:spPr>
            <a:xfrm>
              <a:off x="2942684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9" name="Google Shape;14409;p18"/>
            <p:cNvSpPr/>
            <p:nvPr/>
          </p:nvSpPr>
          <p:spPr>
            <a:xfrm>
              <a:off x="3062192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0" name="Google Shape;14410;p18"/>
            <p:cNvSpPr/>
            <p:nvPr/>
          </p:nvSpPr>
          <p:spPr>
            <a:xfrm>
              <a:off x="3181700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1" name="Google Shape;14411;p18"/>
            <p:cNvSpPr/>
            <p:nvPr/>
          </p:nvSpPr>
          <p:spPr>
            <a:xfrm>
              <a:off x="3301209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2" name="Google Shape;14412;p18"/>
            <p:cNvSpPr/>
            <p:nvPr/>
          </p:nvSpPr>
          <p:spPr>
            <a:xfrm>
              <a:off x="3420717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4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4" name="Google Shape;14414;p19"/>
          <p:cNvSpPr txBox="1">
            <a:spLocks noGrp="1"/>
          </p:cNvSpPr>
          <p:nvPr>
            <p:ph type="subTitle" idx="1"/>
          </p:nvPr>
        </p:nvSpPr>
        <p:spPr>
          <a:xfrm>
            <a:off x="720000" y="1569663"/>
            <a:ext cx="2560200" cy="27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15" name="Google Shape;14415;p19"/>
          <p:cNvSpPr txBox="1">
            <a:spLocks noGrp="1"/>
          </p:cNvSpPr>
          <p:nvPr>
            <p:ph type="title"/>
          </p:nvPr>
        </p:nvSpPr>
        <p:spPr>
          <a:xfrm>
            <a:off x="313700" y="368725"/>
            <a:ext cx="8516700" cy="576000"/>
          </a:xfrm>
          <a:prstGeom prst="rect">
            <a:avLst/>
          </a:prstGeom>
          <a:noFill/>
        </p:spPr>
        <p:txBody>
          <a:bodyPr spcFirstLastPara="1" wrap="square" lIns="91425" tIns="6400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4416" name="Google Shape;14416;p19"/>
          <p:cNvGrpSpPr/>
          <p:nvPr/>
        </p:nvGrpSpPr>
        <p:grpSpPr>
          <a:xfrm>
            <a:off x="313503" y="376409"/>
            <a:ext cx="8516819" cy="562035"/>
            <a:chOff x="313503" y="376409"/>
            <a:chExt cx="8516819" cy="562035"/>
          </a:xfrm>
        </p:grpSpPr>
        <p:sp>
          <p:nvSpPr>
            <p:cNvPr id="14417" name="Google Shape;14417;p19"/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8" name="Google Shape;14418;p19"/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9" name="Google Shape;14419;p19"/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0" name="Google Shape;14420;p19"/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1" name="Google Shape;14421;p19"/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2" name="Google Shape;14422;p19"/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3" name="Google Shape;14423;p19"/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4" name="Google Shape;14424;p19"/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5" name="Google Shape;14425;p19"/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6" name="Google Shape;14426;p19"/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7" name="Google Shape;14427;p19"/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8" name="Google Shape;14428;p19"/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9" name="Google Shape;14429;p19"/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0" name="Google Shape;14430;p19"/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1" name="Google Shape;14431;p19"/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2" name="Google Shape;14432;p19"/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3" name="Google Shape;14433;p19"/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4" name="Google Shape;14434;p19"/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5" name="Google Shape;14435;p19"/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6" name="Google Shape;14436;p19"/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7" name="Google Shape;14437;p19"/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8" name="Google Shape;14438;p19"/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9" name="Google Shape;14439;p19"/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0" name="Google Shape;14440;p19"/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1" name="Google Shape;14441;p19"/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2" name="Google Shape;14442;p19"/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3" name="Google Shape;14443;p19"/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4" name="Google Shape;14444;p19"/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5" name="Google Shape;14445;p19"/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6" name="Google Shape;14446;p19"/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7" name="Google Shape;14447;p19"/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8" name="Google Shape;14448;p19"/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9" name="Google Shape;14449;p19"/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0" name="Google Shape;14450;p19"/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1" name="Google Shape;14451;p19"/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2" name="Google Shape;14452;p19"/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3" name="Google Shape;14453;p19"/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4" name="Google Shape;14454;p19"/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5" name="Google Shape;14455;p19"/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6" name="Google Shape;14456;p19"/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7" name="Google Shape;14457;p19"/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8" name="Google Shape;14458;p19"/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9" name="Google Shape;14459;p19"/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0" name="Google Shape;14460;p19"/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1" name="Google Shape;14461;p19"/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2" name="Google Shape;14462;p19"/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3" name="Google Shape;14463;p19"/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4" name="Google Shape;14464;p19"/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5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4" name="Google Shape;15544;p25"/>
          <p:cNvSpPr txBox="1">
            <a:spLocks noGrp="1"/>
          </p:cNvSpPr>
          <p:nvPr>
            <p:ph type="subTitle" idx="1"/>
          </p:nvPr>
        </p:nvSpPr>
        <p:spPr>
          <a:xfrm>
            <a:off x="2628304" y="1414175"/>
            <a:ext cx="4002300" cy="457200"/>
          </a:xfrm>
          <a:prstGeom prst="rect">
            <a:avLst/>
          </a:prstGeom>
          <a:noFill/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545" name="Google Shape;15545;p25"/>
          <p:cNvSpPr txBox="1">
            <a:spLocks noGrp="1"/>
          </p:cNvSpPr>
          <p:nvPr>
            <p:ph type="subTitle" idx="2"/>
          </p:nvPr>
        </p:nvSpPr>
        <p:spPr>
          <a:xfrm>
            <a:off x="2531655" y="3013445"/>
            <a:ext cx="4002300" cy="457200"/>
          </a:xfrm>
          <a:prstGeom prst="rect">
            <a:avLst/>
          </a:prstGeom>
          <a:noFill/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546" name="Google Shape;15546;p25"/>
          <p:cNvSpPr txBox="1">
            <a:spLocks noGrp="1"/>
          </p:cNvSpPr>
          <p:nvPr>
            <p:ph type="subTitle" idx="3"/>
          </p:nvPr>
        </p:nvSpPr>
        <p:spPr>
          <a:xfrm>
            <a:off x="2628287" y="1749849"/>
            <a:ext cx="4002300" cy="8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47" name="Google Shape;15547;p25"/>
          <p:cNvSpPr txBox="1">
            <a:spLocks noGrp="1"/>
          </p:cNvSpPr>
          <p:nvPr>
            <p:ph type="subTitle" idx="4"/>
          </p:nvPr>
        </p:nvSpPr>
        <p:spPr>
          <a:xfrm>
            <a:off x="2531641" y="3349125"/>
            <a:ext cx="4002300" cy="8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48" name="Google Shape;15548;p25"/>
          <p:cNvSpPr txBox="1">
            <a:spLocks noGrp="1"/>
          </p:cNvSpPr>
          <p:nvPr>
            <p:ph type="title"/>
          </p:nvPr>
        </p:nvSpPr>
        <p:spPr>
          <a:xfrm>
            <a:off x="313700" y="368725"/>
            <a:ext cx="8516700" cy="576000"/>
          </a:xfrm>
          <a:prstGeom prst="rect">
            <a:avLst/>
          </a:prstGeom>
          <a:noFill/>
        </p:spPr>
        <p:txBody>
          <a:bodyPr spcFirstLastPara="1" wrap="square" lIns="91425" tIns="6400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5549" name="Google Shape;15549;p25"/>
          <p:cNvGrpSpPr/>
          <p:nvPr/>
        </p:nvGrpSpPr>
        <p:grpSpPr>
          <a:xfrm>
            <a:off x="313503" y="376409"/>
            <a:ext cx="8516819" cy="562035"/>
            <a:chOff x="313503" y="376409"/>
            <a:chExt cx="8516819" cy="562035"/>
          </a:xfrm>
        </p:grpSpPr>
        <p:sp>
          <p:nvSpPr>
            <p:cNvPr id="15550" name="Google Shape;15550;p25"/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1" name="Google Shape;15551;p25"/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2" name="Google Shape;15552;p25"/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3" name="Google Shape;15553;p25"/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4" name="Google Shape;15554;p25"/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5" name="Google Shape;15555;p25"/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6" name="Google Shape;15556;p25"/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7" name="Google Shape;15557;p25"/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8" name="Google Shape;15558;p25"/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9" name="Google Shape;15559;p25"/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0" name="Google Shape;15560;p25"/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1" name="Google Shape;15561;p25"/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2" name="Google Shape;15562;p25"/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3" name="Google Shape;15563;p25"/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4" name="Google Shape;15564;p25"/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5" name="Google Shape;15565;p25"/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6" name="Google Shape;15566;p25"/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7" name="Google Shape;15567;p25"/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8" name="Google Shape;15568;p25"/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9" name="Google Shape;15569;p25"/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0" name="Google Shape;15570;p25"/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1" name="Google Shape;15571;p25"/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2" name="Google Shape;15572;p25"/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3" name="Google Shape;15573;p25"/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4" name="Google Shape;15574;p25"/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5" name="Google Shape;15575;p25"/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6" name="Google Shape;15576;p25"/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7" name="Google Shape;15577;p25"/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8" name="Google Shape;15578;p25"/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9" name="Google Shape;15579;p25"/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0" name="Google Shape;15580;p25"/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1" name="Google Shape;15581;p25"/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2" name="Google Shape;15582;p25"/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3" name="Google Shape;15583;p25"/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4" name="Google Shape;15584;p25"/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5" name="Google Shape;15585;p25"/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6" name="Google Shape;15586;p25"/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7" name="Google Shape;15587;p25"/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8" name="Google Shape;15588;p25"/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9" name="Google Shape;15589;p25"/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0" name="Google Shape;15590;p25"/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1" name="Google Shape;15591;p25"/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2" name="Google Shape;15592;p25"/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3" name="Google Shape;15593;p25"/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4" name="Google Shape;15594;p25"/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5" name="Google Shape;15595;p25"/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6" name="Google Shape;15596;p25"/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7" name="Google Shape;15597;p25"/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98" name="Google Shape;15598;p25"/>
          <p:cNvSpPr txBox="1">
            <a:spLocks noGrp="1"/>
          </p:cNvSpPr>
          <p:nvPr>
            <p:ph type="title" idx="5" hasCustomPrompt="1"/>
          </p:nvPr>
        </p:nvSpPr>
        <p:spPr>
          <a:xfrm>
            <a:off x="1278850" y="3103150"/>
            <a:ext cx="1252800" cy="961500"/>
          </a:xfrm>
          <a:prstGeom prst="rect">
            <a:avLst/>
          </a:prstGeom>
          <a:noFill/>
        </p:spPr>
        <p:txBody>
          <a:bodyPr spcFirstLastPara="1" wrap="square" lIns="91425" tIns="64000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5599" name="Google Shape;15599;p25"/>
          <p:cNvSpPr txBox="1">
            <a:spLocks noGrp="1"/>
          </p:cNvSpPr>
          <p:nvPr>
            <p:ph type="title" idx="6" hasCustomPrompt="1"/>
          </p:nvPr>
        </p:nvSpPr>
        <p:spPr>
          <a:xfrm>
            <a:off x="6630575" y="1461425"/>
            <a:ext cx="1252800" cy="961500"/>
          </a:xfrm>
          <a:prstGeom prst="rect">
            <a:avLst/>
          </a:prstGeom>
          <a:noFill/>
        </p:spPr>
        <p:txBody>
          <a:bodyPr spcFirstLastPara="1" wrap="square" lIns="91425" tIns="64000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15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8" name="Google Shape;15768;p29"/>
          <p:cNvSpPr txBox="1">
            <a:spLocks noGrp="1"/>
          </p:cNvSpPr>
          <p:nvPr>
            <p:ph type="title"/>
          </p:nvPr>
        </p:nvSpPr>
        <p:spPr>
          <a:xfrm>
            <a:off x="4933068" y="1368288"/>
            <a:ext cx="3332100" cy="457200"/>
          </a:xfrm>
          <a:prstGeom prst="rect">
            <a:avLst/>
          </a:prstGeom>
        </p:spPr>
        <p:txBody>
          <a:bodyPr spcFirstLastPara="1" wrap="square" lIns="91425" tIns="64000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769" name="Google Shape;15769;p29"/>
          <p:cNvSpPr txBox="1">
            <a:spLocks noGrp="1"/>
          </p:cNvSpPr>
          <p:nvPr>
            <p:ph type="subTitle" idx="1"/>
          </p:nvPr>
        </p:nvSpPr>
        <p:spPr>
          <a:xfrm>
            <a:off x="4933075" y="1692763"/>
            <a:ext cx="33321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70" name="Google Shape;15770;p29"/>
          <p:cNvSpPr txBox="1">
            <a:spLocks noGrp="1"/>
          </p:cNvSpPr>
          <p:nvPr>
            <p:ph type="title" idx="2"/>
          </p:nvPr>
        </p:nvSpPr>
        <p:spPr>
          <a:xfrm>
            <a:off x="4932925" y="2465688"/>
            <a:ext cx="3332100" cy="457200"/>
          </a:xfrm>
          <a:prstGeom prst="rect">
            <a:avLst/>
          </a:prstGeom>
        </p:spPr>
        <p:txBody>
          <a:bodyPr spcFirstLastPara="1" wrap="square" lIns="91425" tIns="64000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771" name="Google Shape;15771;p29"/>
          <p:cNvSpPr txBox="1">
            <a:spLocks noGrp="1"/>
          </p:cNvSpPr>
          <p:nvPr>
            <p:ph type="subTitle" idx="3"/>
          </p:nvPr>
        </p:nvSpPr>
        <p:spPr>
          <a:xfrm>
            <a:off x="4932925" y="2790163"/>
            <a:ext cx="33321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72" name="Google Shape;15772;p29"/>
          <p:cNvSpPr txBox="1">
            <a:spLocks noGrp="1"/>
          </p:cNvSpPr>
          <p:nvPr>
            <p:ph type="title" idx="4"/>
          </p:nvPr>
        </p:nvSpPr>
        <p:spPr>
          <a:xfrm>
            <a:off x="4933068" y="3563088"/>
            <a:ext cx="3332100" cy="457200"/>
          </a:xfrm>
          <a:prstGeom prst="rect">
            <a:avLst/>
          </a:prstGeom>
        </p:spPr>
        <p:txBody>
          <a:bodyPr spcFirstLastPara="1" wrap="square" lIns="91425" tIns="64000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773" name="Google Shape;15773;p29"/>
          <p:cNvSpPr txBox="1">
            <a:spLocks noGrp="1"/>
          </p:cNvSpPr>
          <p:nvPr>
            <p:ph type="subTitle" idx="5"/>
          </p:nvPr>
        </p:nvSpPr>
        <p:spPr>
          <a:xfrm>
            <a:off x="4933075" y="3887563"/>
            <a:ext cx="33321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74" name="Google Shape;15774;p29"/>
          <p:cNvSpPr txBox="1">
            <a:spLocks noGrp="1"/>
          </p:cNvSpPr>
          <p:nvPr>
            <p:ph type="title" idx="6"/>
          </p:nvPr>
        </p:nvSpPr>
        <p:spPr>
          <a:xfrm>
            <a:off x="720100" y="368725"/>
            <a:ext cx="7704000" cy="576000"/>
          </a:xfrm>
          <a:prstGeom prst="rect">
            <a:avLst/>
          </a:prstGeom>
          <a:noFill/>
        </p:spPr>
        <p:txBody>
          <a:bodyPr spcFirstLastPara="1" wrap="square" lIns="91425" tIns="6400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5775" name="Google Shape;15775;p29"/>
          <p:cNvGrpSpPr/>
          <p:nvPr/>
        </p:nvGrpSpPr>
        <p:grpSpPr>
          <a:xfrm>
            <a:off x="313503" y="376409"/>
            <a:ext cx="8516819" cy="562035"/>
            <a:chOff x="313503" y="376409"/>
            <a:chExt cx="8516819" cy="562035"/>
          </a:xfrm>
        </p:grpSpPr>
        <p:sp>
          <p:nvSpPr>
            <p:cNvPr id="15776" name="Google Shape;15776;p29"/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7" name="Google Shape;15777;p29"/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8" name="Google Shape;15778;p29"/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9" name="Google Shape;15779;p29"/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0" name="Google Shape;15780;p29"/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1" name="Google Shape;15781;p29"/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2" name="Google Shape;15782;p29"/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3" name="Google Shape;15783;p29"/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4" name="Google Shape;15784;p29"/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5" name="Google Shape;15785;p29"/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6" name="Google Shape;15786;p29"/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7" name="Google Shape;15787;p29"/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8" name="Google Shape;15788;p29"/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9" name="Google Shape;15789;p29"/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0" name="Google Shape;15790;p29"/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1" name="Google Shape;15791;p29"/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2" name="Google Shape;15792;p29"/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3" name="Google Shape;15793;p29"/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4" name="Google Shape;15794;p29"/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5" name="Google Shape;15795;p29"/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6" name="Google Shape;15796;p29"/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7" name="Google Shape;15797;p29"/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8" name="Google Shape;15798;p29"/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9" name="Google Shape;15799;p29"/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0" name="Google Shape;15800;p29"/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1" name="Google Shape;15801;p29"/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2" name="Google Shape;15802;p29"/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3" name="Google Shape;15803;p29"/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4" name="Google Shape;15804;p29"/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5" name="Google Shape;15805;p29"/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6" name="Google Shape;15806;p29"/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7" name="Google Shape;15807;p29"/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8" name="Google Shape;15808;p29"/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9" name="Google Shape;15809;p29"/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0" name="Google Shape;15810;p29"/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1" name="Google Shape;15811;p29"/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2" name="Google Shape;15812;p29"/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3" name="Google Shape;15813;p29"/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4" name="Google Shape;15814;p29"/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5" name="Google Shape;15815;p29"/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6" name="Google Shape;15816;p29"/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7" name="Google Shape;15817;p29"/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8" name="Google Shape;15818;p29"/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9" name="Google Shape;15819;p29"/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0" name="Google Shape;15820;p29"/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1" name="Google Shape;15821;p29"/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2" name="Google Shape;15822;p29"/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3" name="Google Shape;15823;p29"/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24" name="Google Shape;15824;p29"/>
          <p:cNvSpPr txBox="1">
            <a:spLocks noGrp="1"/>
          </p:cNvSpPr>
          <p:nvPr>
            <p:ph type="title" idx="7" hasCustomPrompt="1"/>
          </p:nvPr>
        </p:nvSpPr>
        <p:spPr>
          <a:xfrm>
            <a:off x="3984900" y="1511875"/>
            <a:ext cx="942000" cy="576000"/>
          </a:xfrm>
          <a:prstGeom prst="rect">
            <a:avLst/>
          </a:prstGeom>
          <a:noFill/>
        </p:spPr>
        <p:txBody>
          <a:bodyPr spcFirstLastPara="1" wrap="square" lIns="91425" tIns="64000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5825" name="Google Shape;15825;p29"/>
          <p:cNvSpPr txBox="1">
            <a:spLocks noGrp="1"/>
          </p:cNvSpPr>
          <p:nvPr>
            <p:ph type="title" idx="8" hasCustomPrompt="1"/>
          </p:nvPr>
        </p:nvSpPr>
        <p:spPr>
          <a:xfrm>
            <a:off x="3984900" y="2611425"/>
            <a:ext cx="942000" cy="576000"/>
          </a:xfrm>
          <a:prstGeom prst="rect">
            <a:avLst/>
          </a:prstGeom>
          <a:noFill/>
        </p:spPr>
        <p:txBody>
          <a:bodyPr spcFirstLastPara="1" wrap="square" lIns="91425" tIns="64000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5826" name="Google Shape;15826;p29"/>
          <p:cNvSpPr txBox="1">
            <a:spLocks noGrp="1"/>
          </p:cNvSpPr>
          <p:nvPr>
            <p:ph type="title" idx="9" hasCustomPrompt="1"/>
          </p:nvPr>
        </p:nvSpPr>
        <p:spPr>
          <a:xfrm>
            <a:off x="3984900" y="3710975"/>
            <a:ext cx="942000" cy="576000"/>
          </a:xfrm>
          <a:prstGeom prst="rect">
            <a:avLst/>
          </a:prstGeom>
          <a:noFill/>
        </p:spPr>
        <p:txBody>
          <a:bodyPr spcFirstLastPara="1" wrap="square" lIns="91425" tIns="64000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5827" name="Google Shape;15827;p29"/>
          <p:cNvSpPr>
            <a:spLocks noGrp="1"/>
          </p:cNvSpPr>
          <p:nvPr>
            <p:ph type="pic" idx="13"/>
          </p:nvPr>
        </p:nvSpPr>
        <p:spPr>
          <a:xfrm>
            <a:off x="1147825" y="1372325"/>
            <a:ext cx="2417400" cy="3124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M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BLANK_1_1_1_1_1_1_1_2">
    <p:spTree>
      <p:nvGrpSpPr>
        <p:cNvPr id="1" name="Shape 2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72" name="Google Shape;21972;p43"/>
          <p:cNvGrpSpPr/>
          <p:nvPr/>
        </p:nvGrpSpPr>
        <p:grpSpPr>
          <a:xfrm>
            <a:off x="313503" y="540001"/>
            <a:ext cx="8516808" cy="4063556"/>
            <a:chOff x="109200" y="76206"/>
            <a:chExt cx="8925600" cy="4258600"/>
          </a:xfrm>
        </p:grpSpPr>
        <p:grpSp>
          <p:nvGrpSpPr>
            <p:cNvPr id="21973" name="Google Shape;21973;p43"/>
            <p:cNvGrpSpPr/>
            <p:nvPr/>
          </p:nvGrpSpPr>
          <p:grpSpPr>
            <a:xfrm>
              <a:off x="109200" y="76206"/>
              <a:ext cx="8925600" cy="33000"/>
              <a:chOff x="76200" y="76206"/>
              <a:chExt cx="8925600" cy="33000"/>
            </a:xfrm>
          </p:grpSpPr>
          <p:sp>
            <p:nvSpPr>
              <p:cNvPr id="21974" name="Google Shape;21974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5" name="Google Shape;21975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6" name="Google Shape;21976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7" name="Google Shape;21977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8" name="Google Shape;21978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9" name="Google Shape;21979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0" name="Google Shape;21980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1" name="Google Shape;21981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2" name="Google Shape;21982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3" name="Google Shape;21983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4" name="Google Shape;21984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5" name="Google Shape;21985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6" name="Google Shape;21986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7" name="Google Shape;21987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8" name="Google Shape;21988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9" name="Google Shape;21989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0" name="Google Shape;21990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1" name="Google Shape;21991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2" name="Google Shape;21992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3" name="Google Shape;21993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4" name="Google Shape;21994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5" name="Google Shape;21995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6" name="Google Shape;21996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7" name="Google Shape;21997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8" name="Google Shape;21998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9" name="Google Shape;21999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0" name="Google Shape;22000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1" name="Google Shape;22001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2" name="Google Shape;22002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3" name="Google Shape;22003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4" name="Google Shape;22004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5" name="Google Shape;22005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6" name="Google Shape;22006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7" name="Google Shape;22007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8" name="Google Shape;22008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9" name="Google Shape;22009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0" name="Google Shape;22010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1" name="Google Shape;22011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2" name="Google Shape;22012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3" name="Google Shape;22013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4" name="Google Shape;22014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5" name="Google Shape;22015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6" name="Google Shape;22016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7" name="Google Shape;22017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8" name="Google Shape;22018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9" name="Google Shape;22019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0" name="Google Shape;22020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1" name="Google Shape;22021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2" name="Google Shape;22022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3" name="Google Shape;22023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4" name="Google Shape;22024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5" name="Google Shape;22025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6" name="Google Shape;22026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7" name="Google Shape;22027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8" name="Google Shape;22028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9" name="Google Shape;22029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0" name="Google Shape;22030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1" name="Google Shape;22031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2" name="Google Shape;22032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3" name="Google Shape;22033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4" name="Google Shape;22034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5" name="Google Shape;22035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6" name="Google Shape;22036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7" name="Google Shape;22037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8" name="Google Shape;22038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9" name="Google Shape;22039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0" name="Google Shape;22040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1" name="Google Shape;22041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2" name="Google Shape;22042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3" name="Google Shape;22043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4" name="Google Shape;22044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5" name="Google Shape;22045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46" name="Google Shape;22046;p43"/>
            <p:cNvGrpSpPr/>
            <p:nvPr/>
          </p:nvGrpSpPr>
          <p:grpSpPr>
            <a:xfrm>
              <a:off x="109200" y="187406"/>
              <a:ext cx="8925600" cy="33000"/>
              <a:chOff x="76200" y="76206"/>
              <a:chExt cx="8925600" cy="33000"/>
            </a:xfrm>
          </p:grpSpPr>
          <p:sp>
            <p:nvSpPr>
              <p:cNvPr id="22047" name="Google Shape;22047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8" name="Google Shape;22048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9" name="Google Shape;22049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0" name="Google Shape;22050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1" name="Google Shape;22051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2" name="Google Shape;22052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3" name="Google Shape;22053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4" name="Google Shape;22054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5" name="Google Shape;22055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6" name="Google Shape;22056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7" name="Google Shape;22057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8" name="Google Shape;22058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9" name="Google Shape;22059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0" name="Google Shape;22060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1" name="Google Shape;22061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2" name="Google Shape;22062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3" name="Google Shape;22063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4" name="Google Shape;22064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5" name="Google Shape;22065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6" name="Google Shape;22066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7" name="Google Shape;22067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8" name="Google Shape;22068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9" name="Google Shape;22069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0" name="Google Shape;22070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1" name="Google Shape;22071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2" name="Google Shape;22072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3" name="Google Shape;22073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4" name="Google Shape;22074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5" name="Google Shape;22075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6" name="Google Shape;22076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7" name="Google Shape;22077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8" name="Google Shape;22078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9" name="Google Shape;22079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0" name="Google Shape;22080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1" name="Google Shape;22081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2" name="Google Shape;22082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3" name="Google Shape;22083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4" name="Google Shape;22084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5" name="Google Shape;22085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6" name="Google Shape;22086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7" name="Google Shape;22087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8" name="Google Shape;22088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9" name="Google Shape;22089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0" name="Google Shape;22090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1" name="Google Shape;22091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2" name="Google Shape;22092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3" name="Google Shape;22093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4" name="Google Shape;22094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5" name="Google Shape;22095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6" name="Google Shape;22096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7" name="Google Shape;22097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8" name="Google Shape;22098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9" name="Google Shape;22099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0" name="Google Shape;22100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1" name="Google Shape;22101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2" name="Google Shape;22102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3" name="Google Shape;22103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4" name="Google Shape;22104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5" name="Google Shape;22105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6" name="Google Shape;22106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7" name="Google Shape;22107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8" name="Google Shape;22108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9" name="Google Shape;22109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0" name="Google Shape;22110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1" name="Google Shape;22111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2" name="Google Shape;22112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3" name="Google Shape;22113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4" name="Google Shape;22114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5" name="Google Shape;22115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6" name="Google Shape;22116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7" name="Google Shape;22117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8" name="Google Shape;22118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119" name="Google Shape;22119;p43"/>
            <p:cNvGrpSpPr/>
            <p:nvPr/>
          </p:nvGrpSpPr>
          <p:grpSpPr>
            <a:xfrm>
              <a:off x="109200" y="298606"/>
              <a:ext cx="8925600" cy="33000"/>
              <a:chOff x="76200" y="76206"/>
              <a:chExt cx="8925600" cy="33000"/>
            </a:xfrm>
          </p:grpSpPr>
          <p:sp>
            <p:nvSpPr>
              <p:cNvPr id="22120" name="Google Shape;22120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1" name="Google Shape;22121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2" name="Google Shape;22122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3" name="Google Shape;22123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4" name="Google Shape;22124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5" name="Google Shape;22125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6" name="Google Shape;22126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7" name="Google Shape;22127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8" name="Google Shape;22128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9" name="Google Shape;22129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0" name="Google Shape;22130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1" name="Google Shape;22131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2" name="Google Shape;22132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3" name="Google Shape;22133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4" name="Google Shape;22134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5" name="Google Shape;22135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6" name="Google Shape;22136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7" name="Google Shape;22137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8" name="Google Shape;22138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9" name="Google Shape;22139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0" name="Google Shape;22140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1" name="Google Shape;22141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2" name="Google Shape;22142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3" name="Google Shape;22143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4" name="Google Shape;22144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5" name="Google Shape;22145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6" name="Google Shape;22146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7" name="Google Shape;22147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8" name="Google Shape;22148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9" name="Google Shape;22149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0" name="Google Shape;22150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1" name="Google Shape;22151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2" name="Google Shape;22152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3" name="Google Shape;22153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4" name="Google Shape;22154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5" name="Google Shape;22155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6" name="Google Shape;22156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7" name="Google Shape;22157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8" name="Google Shape;22158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9" name="Google Shape;22159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0" name="Google Shape;22160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1" name="Google Shape;22161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2" name="Google Shape;22162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3" name="Google Shape;22163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4" name="Google Shape;22164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5" name="Google Shape;22165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6" name="Google Shape;22166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7" name="Google Shape;22167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8" name="Google Shape;22168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9" name="Google Shape;22169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0" name="Google Shape;22170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1" name="Google Shape;22171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2" name="Google Shape;22172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3" name="Google Shape;22173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4" name="Google Shape;22174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5" name="Google Shape;22175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6" name="Google Shape;22176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7" name="Google Shape;22177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8" name="Google Shape;22178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9" name="Google Shape;22179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0" name="Google Shape;22180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1" name="Google Shape;22181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2" name="Google Shape;22182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3" name="Google Shape;22183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4" name="Google Shape;22184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5" name="Google Shape;22185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6" name="Google Shape;22186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7" name="Google Shape;22187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8" name="Google Shape;22188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9" name="Google Shape;22189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0" name="Google Shape;22190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1" name="Google Shape;22191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192" name="Google Shape;22192;p43"/>
            <p:cNvGrpSpPr/>
            <p:nvPr/>
          </p:nvGrpSpPr>
          <p:grpSpPr>
            <a:xfrm>
              <a:off x="109200" y="409806"/>
              <a:ext cx="8925600" cy="33000"/>
              <a:chOff x="76200" y="76206"/>
              <a:chExt cx="8925600" cy="33000"/>
            </a:xfrm>
          </p:grpSpPr>
          <p:sp>
            <p:nvSpPr>
              <p:cNvPr id="22193" name="Google Shape;22193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4" name="Google Shape;22194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5" name="Google Shape;22195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6" name="Google Shape;22196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7" name="Google Shape;22197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8" name="Google Shape;22198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9" name="Google Shape;22199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0" name="Google Shape;22200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1" name="Google Shape;22201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2" name="Google Shape;22202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3" name="Google Shape;22203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4" name="Google Shape;22204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5" name="Google Shape;22205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6" name="Google Shape;22206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7" name="Google Shape;22207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8" name="Google Shape;22208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9" name="Google Shape;22209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0" name="Google Shape;22210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1" name="Google Shape;22211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2" name="Google Shape;22212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3" name="Google Shape;22213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4" name="Google Shape;22214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5" name="Google Shape;22215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6" name="Google Shape;22216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7" name="Google Shape;22217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8" name="Google Shape;22218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9" name="Google Shape;22219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0" name="Google Shape;22220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1" name="Google Shape;22221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2" name="Google Shape;22222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3" name="Google Shape;22223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4" name="Google Shape;22224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5" name="Google Shape;22225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6" name="Google Shape;22226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7" name="Google Shape;22227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8" name="Google Shape;22228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9" name="Google Shape;22229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0" name="Google Shape;22230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1" name="Google Shape;22231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2" name="Google Shape;22232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3" name="Google Shape;22233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4" name="Google Shape;22234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5" name="Google Shape;22235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6" name="Google Shape;22236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7" name="Google Shape;22237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8" name="Google Shape;22238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9" name="Google Shape;22239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0" name="Google Shape;22240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1" name="Google Shape;22241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2" name="Google Shape;22242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3" name="Google Shape;22243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4" name="Google Shape;22244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5" name="Google Shape;22245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6" name="Google Shape;22246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7" name="Google Shape;22247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8" name="Google Shape;22248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9" name="Google Shape;22249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0" name="Google Shape;22250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1" name="Google Shape;22251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2" name="Google Shape;22252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3" name="Google Shape;22253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4" name="Google Shape;22254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5" name="Google Shape;22255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6" name="Google Shape;22256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7" name="Google Shape;22257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8" name="Google Shape;22258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9" name="Google Shape;22259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0" name="Google Shape;22260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1" name="Google Shape;22261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2" name="Google Shape;22262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3" name="Google Shape;22263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4" name="Google Shape;22264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265" name="Google Shape;22265;p43"/>
            <p:cNvGrpSpPr/>
            <p:nvPr/>
          </p:nvGrpSpPr>
          <p:grpSpPr>
            <a:xfrm>
              <a:off x="109200" y="521006"/>
              <a:ext cx="8925600" cy="33000"/>
              <a:chOff x="76200" y="76206"/>
              <a:chExt cx="8925600" cy="33000"/>
            </a:xfrm>
          </p:grpSpPr>
          <p:sp>
            <p:nvSpPr>
              <p:cNvPr id="22266" name="Google Shape;22266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7" name="Google Shape;22267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8" name="Google Shape;22268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9" name="Google Shape;22269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0" name="Google Shape;22270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1" name="Google Shape;22271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2" name="Google Shape;22272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3" name="Google Shape;22273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4" name="Google Shape;22274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5" name="Google Shape;22275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6" name="Google Shape;22276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7" name="Google Shape;22277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8" name="Google Shape;22278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9" name="Google Shape;22279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0" name="Google Shape;22280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1" name="Google Shape;22281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2" name="Google Shape;22282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3" name="Google Shape;22283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4" name="Google Shape;22284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5" name="Google Shape;22285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6" name="Google Shape;22286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7" name="Google Shape;22287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8" name="Google Shape;22288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9" name="Google Shape;22289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0" name="Google Shape;22290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1" name="Google Shape;22291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2" name="Google Shape;22292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3" name="Google Shape;22293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4" name="Google Shape;22294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5" name="Google Shape;22295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6" name="Google Shape;22296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7" name="Google Shape;22297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8" name="Google Shape;22298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9" name="Google Shape;22299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0" name="Google Shape;22300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1" name="Google Shape;22301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2" name="Google Shape;22302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3" name="Google Shape;22303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4" name="Google Shape;22304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5" name="Google Shape;22305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6" name="Google Shape;22306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7" name="Google Shape;22307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8" name="Google Shape;22308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9" name="Google Shape;22309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0" name="Google Shape;22310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1" name="Google Shape;22311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2" name="Google Shape;22312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3" name="Google Shape;22313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4" name="Google Shape;22314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5" name="Google Shape;22315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6" name="Google Shape;22316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7" name="Google Shape;22317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8" name="Google Shape;22318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9" name="Google Shape;22319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0" name="Google Shape;22320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1" name="Google Shape;22321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2" name="Google Shape;22322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3" name="Google Shape;22323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4" name="Google Shape;22324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5" name="Google Shape;22325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6" name="Google Shape;22326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7" name="Google Shape;22327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8" name="Google Shape;22328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9" name="Google Shape;22329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0" name="Google Shape;22330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1" name="Google Shape;22331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2" name="Google Shape;22332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3" name="Google Shape;22333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4" name="Google Shape;22334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5" name="Google Shape;22335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6" name="Google Shape;22336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7" name="Google Shape;22337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38" name="Google Shape;22338;p43"/>
            <p:cNvGrpSpPr/>
            <p:nvPr/>
          </p:nvGrpSpPr>
          <p:grpSpPr>
            <a:xfrm>
              <a:off x="109200" y="632206"/>
              <a:ext cx="8925600" cy="33000"/>
              <a:chOff x="76200" y="76206"/>
              <a:chExt cx="8925600" cy="33000"/>
            </a:xfrm>
          </p:grpSpPr>
          <p:sp>
            <p:nvSpPr>
              <p:cNvPr id="22339" name="Google Shape;22339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0" name="Google Shape;22340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1" name="Google Shape;22341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2" name="Google Shape;22342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3" name="Google Shape;22343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4" name="Google Shape;22344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5" name="Google Shape;22345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6" name="Google Shape;22346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7" name="Google Shape;22347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8" name="Google Shape;22348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9" name="Google Shape;22349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0" name="Google Shape;22350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1" name="Google Shape;22351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2" name="Google Shape;22352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3" name="Google Shape;22353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4" name="Google Shape;22354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5" name="Google Shape;22355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6" name="Google Shape;22356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7" name="Google Shape;22357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8" name="Google Shape;22358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9" name="Google Shape;22359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0" name="Google Shape;22360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1" name="Google Shape;22361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2" name="Google Shape;22362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3" name="Google Shape;22363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4" name="Google Shape;22364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5" name="Google Shape;22365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6" name="Google Shape;22366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7" name="Google Shape;22367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8" name="Google Shape;22368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9" name="Google Shape;22369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0" name="Google Shape;22370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1" name="Google Shape;22371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2" name="Google Shape;22372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3" name="Google Shape;22373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4" name="Google Shape;22374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5" name="Google Shape;22375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6" name="Google Shape;22376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7" name="Google Shape;22377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8" name="Google Shape;22378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9" name="Google Shape;22379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0" name="Google Shape;22380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1" name="Google Shape;22381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2" name="Google Shape;22382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3" name="Google Shape;22383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4" name="Google Shape;22384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5" name="Google Shape;22385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6" name="Google Shape;22386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7" name="Google Shape;22387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8" name="Google Shape;22388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9" name="Google Shape;22389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0" name="Google Shape;22390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1" name="Google Shape;22391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2" name="Google Shape;22392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3" name="Google Shape;22393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4" name="Google Shape;22394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5" name="Google Shape;22395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6" name="Google Shape;22396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7" name="Google Shape;22397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8" name="Google Shape;22398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9" name="Google Shape;22399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0" name="Google Shape;22400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1" name="Google Shape;22401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2" name="Google Shape;22402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3" name="Google Shape;22403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4" name="Google Shape;22404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5" name="Google Shape;22405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6" name="Google Shape;22406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7" name="Google Shape;22407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8" name="Google Shape;22408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9" name="Google Shape;22409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0" name="Google Shape;22410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411" name="Google Shape;22411;p43"/>
            <p:cNvGrpSpPr/>
            <p:nvPr/>
          </p:nvGrpSpPr>
          <p:grpSpPr>
            <a:xfrm>
              <a:off x="109200" y="743406"/>
              <a:ext cx="8925600" cy="33000"/>
              <a:chOff x="76200" y="76206"/>
              <a:chExt cx="8925600" cy="33000"/>
            </a:xfrm>
          </p:grpSpPr>
          <p:sp>
            <p:nvSpPr>
              <p:cNvPr id="22412" name="Google Shape;22412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3" name="Google Shape;22413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4" name="Google Shape;22414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5" name="Google Shape;22415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6" name="Google Shape;22416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7" name="Google Shape;22417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8" name="Google Shape;22418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9" name="Google Shape;22419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0" name="Google Shape;22420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1" name="Google Shape;22421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2" name="Google Shape;22422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3" name="Google Shape;22423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4" name="Google Shape;22424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5" name="Google Shape;22425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6" name="Google Shape;22426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7" name="Google Shape;22427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8" name="Google Shape;22428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9" name="Google Shape;22429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0" name="Google Shape;22430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1" name="Google Shape;22431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2" name="Google Shape;22432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3" name="Google Shape;22433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4" name="Google Shape;22434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5" name="Google Shape;22435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6" name="Google Shape;22436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7" name="Google Shape;22437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8" name="Google Shape;22438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9" name="Google Shape;22439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0" name="Google Shape;22440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1" name="Google Shape;22441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2" name="Google Shape;22442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3" name="Google Shape;22443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4" name="Google Shape;22444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5" name="Google Shape;22445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6" name="Google Shape;22446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7" name="Google Shape;22447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8" name="Google Shape;22448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9" name="Google Shape;22449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0" name="Google Shape;22450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1" name="Google Shape;22451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2" name="Google Shape;22452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3" name="Google Shape;22453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4" name="Google Shape;22454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5" name="Google Shape;22455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6" name="Google Shape;22456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7" name="Google Shape;22457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8" name="Google Shape;22458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9" name="Google Shape;22459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0" name="Google Shape;22460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1" name="Google Shape;22461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2" name="Google Shape;22462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3" name="Google Shape;22463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4" name="Google Shape;22464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5" name="Google Shape;22465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6" name="Google Shape;22466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7" name="Google Shape;22467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8" name="Google Shape;22468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9" name="Google Shape;22469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0" name="Google Shape;22470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1" name="Google Shape;22471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2" name="Google Shape;22472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3" name="Google Shape;22473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4" name="Google Shape;22474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5" name="Google Shape;22475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6" name="Google Shape;22476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7" name="Google Shape;22477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8" name="Google Shape;22478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9" name="Google Shape;22479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0" name="Google Shape;22480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1" name="Google Shape;22481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2" name="Google Shape;22482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3" name="Google Shape;22483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484" name="Google Shape;22484;p43"/>
            <p:cNvGrpSpPr/>
            <p:nvPr/>
          </p:nvGrpSpPr>
          <p:grpSpPr>
            <a:xfrm>
              <a:off x="109200" y="854606"/>
              <a:ext cx="8925600" cy="33000"/>
              <a:chOff x="76200" y="76206"/>
              <a:chExt cx="8925600" cy="33000"/>
            </a:xfrm>
          </p:grpSpPr>
          <p:sp>
            <p:nvSpPr>
              <p:cNvPr id="22485" name="Google Shape;22485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6" name="Google Shape;22486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7" name="Google Shape;22487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8" name="Google Shape;22488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9" name="Google Shape;22489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0" name="Google Shape;22490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1" name="Google Shape;22491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2" name="Google Shape;22492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3" name="Google Shape;22493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4" name="Google Shape;22494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5" name="Google Shape;22495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6" name="Google Shape;22496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7" name="Google Shape;22497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8" name="Google Shape;22498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9" name="Google Shape;22499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0" name="Google Shape;22500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1" name="Google Shape;22501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2" name="Google Shape;22502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3" name="Google Shape;22503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4" name="Google Shape;22504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5" name="Google Shape;22505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6" name="Google Shape;22506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7" name="Google Shape;22507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8" name="Google Shape;22508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9" name="Google Shape;22509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0" name="Google Shape;22510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1" name="Google Shape;22511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2" name="Google Shape;22512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3" name="Google Shape;22513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4" name="Google Shape;22514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5" name="Google Shape;22515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6" name="Google Shape;22516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7" name="Google Shape;22517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8" name="Google Shape;22518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9" name="Google Shape;22519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0" name="Google Shape;22520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1" name="Google Shape;22521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2" name="Google Shape;22522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3" name="Google Shape;22523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4" name="Google Shape;22524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5" name="Google Shape;22525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6" name="Google Shape;22526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7" name="Google Shape;22527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8" name="Google Shape;22528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9" name="Google Shape;22529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0" name="Google Shape;22530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1" name="Google Shape;22531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2" name="Google Shape;22532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3" name="Google Shape;22533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4" name="Google Shape;22534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5" name="Google Shape;22535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6" name="Google Shape;22536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7" name="Google Shape;22537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8" name="Google Shape;22538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9" name="Google Shape;22539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0" name="Google Shape;22540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1" name="Google Shape;22541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2" name="Google Shape;22542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3" name="Google Shape;22543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4" name="Google Shape;22544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5" name="Google Shape;22545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6" name="Google Shape;22546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7" name="Google Shape;22547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8" name="Google Shape;22548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9" name="Google Shape;22549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0" name="Google Shape;22550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1" name="Google Shape;22551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2" name="Google Shape;22552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3" name="Google Shape;22553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4" name="Google Shape;22554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5" name="Google Shape;22555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6" name="Google Shape;22556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557" name="Google Shape;22557;p43"/>
            <p:cNvGrpSpPr/>
            <p:nvPr/>
          </p:nvGrpSpPr>
          <p:grpSpPr>
            <a:xfrm>
              <a:off x="109200" y="965806"/>
              <a:ext cx="8925600" cy="33000"/>
              <a:chOff x="76200" y="76206"/>
              <a:chExt cx="8925600" cy="33000"/>
            </a:xfrm>
          </p:grpSpPr>
          <p:sp>
            <p:nvSpPr>
              <p:cNvPr id="22558" name="Google Shape;22558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9" name="Google Shape;22559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0" name="Google Shape;22560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1" name="Google Shape;22561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2" name="Google Shape;22562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3" name="Google Shape;22563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4" name="Google Shape;22564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5" name="Google Shape;22565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6" name="Google Shape;22566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7" name="Google Shape;22567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8" name="Google Shape;22568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9" name="Google Shape;22569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0" name="Google Shape;22570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1" name="Google Shape;22571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2" name="Google Shape;22572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3" name="Google Shape;22573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4" name="Google Shape;22574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5" name="Google Shape;22575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6" name="Google Shape;22576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7" name="Google Shape;22577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8" name="Google Shape;22578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9" name="Google Shape;22579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0" name="Google Shape;22580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1" name="Google Shape;22581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2" name="Google Shape;22582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3" name="Google Shape;22583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4" name="Google Shape;22584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5" name="Google Shape;22585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6" name="Google Shape;22586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7" name="Google Shape;22587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8" name="Google Shape;22588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9" name="Google Shape;22589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0" name="Google Shape;22590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1" name="Google Shape;22591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2" name="Google Shape;22592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3" name="Google Shape;22593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4" name="Google Shape;22594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5" name="Google Shape;22595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6" name="Google Shape;22596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7" name="Google Shape;22597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8" name="Google Shape;22598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9" name="Google Shape;22599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0" name="Google Shape;22600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1" name="Google Shape;22601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2" name="Google Shape;22602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3" name="Google Shape;22603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4" name="Google Shape;22604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5" name="Google Shape;22605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6" name="Google Shape;22606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7" name="Google Shape;22607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8" name="Google Shape;22608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9" name="Google Shape;22609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0" name="Google Shape;22610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1" name="Google Shape;22611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2" name="Google Shape;22612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3" name="Google Shape;22613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4" name="Google Shape;22614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5" name="Google Shape;22615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6" name="Google Shape;22616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7" name="Google Shape;22617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8" name="Google Shape;22618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9" name="Google Shape;22619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0" name="Google Shape;22620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1" name="Google Shape;22621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2" name="Google Shape;22622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3" name="Google Shape;22623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4" name="Google Shape;22624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5" name="Google Shape;22625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6" name="Google Shape;22626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7" name="Google Shape;22627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8" name="Google Shape;22628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9" name="Google Shape;22629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630" name="Google Shape;22630;p43"/>
            <p:cNvGrpSpPr/>
            <p:nvPr/>
          </p:nvGrpSpPr>
          <p:grpSpPr>
            <a:xfrm>
              <a:off x="109200" y="1077006"/>
              <a:ext cx="8925600" cy="33000"/>
              <a:chOff x="76200" y="76206"/>
              <a:chExt cx="8925600" cy="33000"/>
            </a:xfrm>
          </p:grpSpPr>
          <p:sp>
            <p:nvSpPr>
              <p:cNvPr id="22631" name="Google Shape;22631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2" name="Google Shape;22632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3" name="Google Shape;22633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4" name="Google Shape;22634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5" name="Google Shape;22635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6" name="Google Shape;22636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7" name="Google Shape;22637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8" name="Google Shape;22638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9" name="Google Shape;22639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0" name="Google Shape;22640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1" name="Google Shape;22641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2" name="Google Shape;22642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3" name="Google Shape;22643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4" name="Google Shape;22644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5" name="Google Shape;22645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6" name="Google Shape;22646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7" name="Google Shape;22647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8" name="Google Shape;22648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9" name="Google Shape;22649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0" name="Google Shape;22650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1" name="Google Shape;22651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2" name="Google Shape;22652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3" name="Google Shape;22653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4" name="Google Shape;22654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5" name="Google Shape;22655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6" name="Google Shape;22656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7" name="Google Shape;22657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8" name="Google Shape;22658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9" name="Google Shape;22659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0" name="Google Shape;22660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1" name="Google Shape;22661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2" name="Google Shape;22662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3" name="Google Shape;22663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4" name="Google Shape;22664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5" name="Google Shape;22665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6" name="Google Shape;22666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7" name="Google Shape;22667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8" name="Google Shape;22668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9" name="Google Shape;22669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0" name="Google Shape;22670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1" name="Google Shape;22671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2" name="Google Shape;22672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3" name="Google Shape;22673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4" name="Google Shape;22674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5" name="Google Shape;22675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6" name="Google Shape;22676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7" name="Google Shape;22677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8" name="Google Shape;22678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9" name="Google Shape;22679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0" name="Google Shape;22680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1" name="Google Shape;22681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2" name="Google Shape;22682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3" name="Google Shape;22683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4" name="Google Shape;22684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5" name="Google Shape;22685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6" name="Google Shape;22686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7" name="Google Shape;22687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8" name="Google Shape;22688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9" name="Google Shape;22689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0" name="Google Shape;22690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1" name="Google Shape;22691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2" name="Google Shape;22692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3" name="Google Shape;22693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4" name="Google Shape;22694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5" name="Google Shape;22695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6" name="Google Shape;22696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7" name="Google Shape;22697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8" name="Google Shape;22698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9" name="Google Shape;22699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0" name="Google Shape;22700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1" name="Google Shape;22701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2" name="Google Shape;22702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703" name="Google Shape;22703;p43"/>
            <p:cNvGrpSpPr/>
            <p:nvPr/>
          </p:nvGrpSpPr>
          <p:grpSpPr>
            <a:xfrm>
              <a:off x="109200" y="1188206"/>
              <a:ext cx="8925600" cy="33000"/>
              <a:chOff x="76200" y="76206"/>
              <a:chExt cx="8925600" cy="33000"/>
            </a:xfrm>
          </p:grpSpPr>
          <p:sp>
            <p:nvSpPr>
              <p:cNvPr id="22704" name="Google Shape;22704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5" name="Google Shape;22705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6" name="Google Shape;22706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7" name="Google Shape;22707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8" name="Google Shape;22708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9" name="Google Shape;22709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0" name="Google Shape;22710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1" name="Google Shape;22711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2" name="Google Shape;22712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3" name="Google Shape;22713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4" name="Google Shape;22714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5" name="Google Shape;22715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6" name="Google Shape;22716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7" name="Google Shape;22717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8" name="Google Shape;22718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9" name="Google Shape;22719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0" name="Google Shape;22720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1" name="Google Shape;22721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2" name="Google Shape;22722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3" name="Google Shape;22723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4" name="Google Shape;22724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5" name="Google Shape;22725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6" name="Google Shape;22726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7" name="Google Shape;22727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8" name="Google Shape;22728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9" name="Google Shape;22729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0" name="Google Shape;22730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1" name="Google Shape;22731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2" name="Google Shape;22732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3" name="Google Shape;22733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4" name="Google Shape;22734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5" name="Google Shape;22735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6" name="Google Shape;22736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7" name="Google Shape;22737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8" name="Google Shape;22738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9" name="Google Shape;22739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0" name="Google Shape;22740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1" name="Google Shape;22741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2" name="Google Shape;22742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3" name="Google Shape;22743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4" name="Google Shape;22744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5" name="Google Shape;22745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6" name="Google Shape;22746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7" name="Google Shape;22747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8" name="Google Shape;22748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9" name="Google Shape;22749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0" name="Google Shape;22750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1" name="Google Shape;22751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2" name="Google Shape;22752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3" name="Google Shape;22753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4" name="Google Shape;22754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5" name="Google Shape;22755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6" name="Google Shape;22756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7" name="Google Shape;22757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8" name="Google Shape;22758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9" name="Google Shape;22759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0" name="Google Shape;22760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1" name="Google Shape;22761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2" name="Google Shape;22762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3" name="Google Shape;22763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4" name="Google Shape;22764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5" name="Google Shape;22765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6" name="Google Shape;22766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7" name="Google Shape;22767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8" name="Google Shape;22768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9" name="Google Shape;22769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0" name="Google Shape;22770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1" name="Google Shape;22771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2" name="Google Shape;22772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3" name="Google Shape;22773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4" name="Google Shape;22774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5" name="Google Shape;22775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776" name="Google Shape;22776;p43"/>
            <p:cNvGrpSpPr/>
            <p:nvPr/>
          </p:nvGrpSpPr>
          <p:grpSpPr>
            <a:xfrm>
              <a:off x="109200" y="1299406"/>
              <a:ext cx="8925600" cy="33000"/>
              <a:chOff x="76200" y="76206"/>
              <a:chExt cx="8925600" cy="33000"/>
            </a:xfrm>
          </p:grpSpPr>
          <p:sp>
            <p:nvSpPr>
              <p:cNvPr id="22777" name="Google Shape;22777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8" name="Google Shape;22778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9" name="Google Shape;22779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0" name="Google Shape;22780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1" name="Google Shape;22781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2" name="Google Shape;22782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3" name="Google Shape;22783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4" name="Google Shape;22784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5" name="Google Shape;22785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6" name="Google Shape;22786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7" name="Google Shape;22787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8" name="Google Shape;22788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9" name="Google Shape;22789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0" name="Google Shape;22790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1" name="Google Shape;22791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2" name="Google Shape;22792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3" name="Google Shape;22793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4" name="Google Shape;22794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5" name="Google Shape;22795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6" name="Google Shape;22796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7" name="Google Shape;22797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8" name="Google Shape;22798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9" name="Google Shape;22799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0" name="Google Shape;22800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1" name="Google Shape;22801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2" name="Google Shape;22802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3" name="Google Shape;22803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4" name="Google Shape;22804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5" name="Google Shape;22805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6" name="Google Shape;22806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7" name="Google Shape;22807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8" name="Google Shape;22808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9" name="Google Shape;22809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0" name="Google Shape;22810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1" name="Google Shape;22811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2" name="Google Shape;22812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3" name="Google Shape;22813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4" name="Google Shape;22814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5" name="Google Shape;22815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6" name="Google Shape;22816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7" name="Google Shape;22817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8" name="Google Shape;22818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9" name="Google Shape;22819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0" name="Google Shape;22820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1" name="Google Shape;22821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2" name="Google Shape;22822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3" name="Google Shape;22823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4" name="Google Shape;22824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5" name="Google Shape;22825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6" name="Google Shape;22826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7" name="Google Shape;22827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8" name="Google Shape;22828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9" name="Google Shape;22829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0" name="Google Shape;22830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1" name="Google Shape;22831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2" name="Google Shape;22832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3" name="Google Shape;22833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4" name="Google Shape;22834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5" name="Google Shape;22835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6" name="Google Shape;22836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7" name="Google Shape;22837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8" name="Google Shape;22838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9" name="Google Shape;22839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0" name="Google Shape;22840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1" name="Google Shape;22841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2" name="Google Shape;22842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3" name="Google Shape;22843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4" name="Google Shape;22844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5" name="Google Shape;22845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6" name="Google Shape;22846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7" name="Google Shape;22847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8" name="Google Shape;22848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49" name="Google Shape;22849;p43"/>
            <p:cNvGrpSpPr/>
            <p:nvPr/>
          </p:nvGrpSpPr>
          <p:grpSpPr>
            <a:xfrm>
              <a:off x="109200" y="1410606"/>
              <a:ext cx="8925600" cy="33000"/>
              <a:chOff x="76200" y="76206"/>
              <a:chExt cx="8925600" cy="33000"/>
            </a:xfrm>
          </p:grpSpPr>
          <p:sp>
            <p:nvSpPr>
              <p:cNvPr id="22850" name="Google Shape;22850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1" name="Google Shape;22851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2" name="Google Shape;22852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3" name="Google Shape;22853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4" name="Google Shape;22854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5" name="Google Shape;22855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6" name="Google Shape;22856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7" name="Google Shape;22857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8" name="Google Shape;22858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9" name="Google Shape;22859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0" name="Google Shape;22860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1" name="Google Shape;22861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2" name="Google Shape;22862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3" name="Google Shape;22863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4" name="Google Shape;22864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5" name="Google Shape;22865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6" name="Google Shape;22866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7" name="Google Shape;22867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8" name="Google Shape;22868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9" name="Google Shape;22869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0" name="Google Shape;22870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1" name="Google Shape;22871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2" name="Google Shape;22872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3" name="Google Shape;22873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4" name="Google Shape;22874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5" name="Google Shape;22875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6" name="Google Shape;22876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7" name="Google Shape;22877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8" name="Google Shape;22878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9" name="Google Shape;22879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0" name="Google Shape;22880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1" name="Google Shape;22881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2" name="Google Shape;22882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3" name="Google Shape;22883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4" name="Google Shape;22884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5" name="Google Shape;22885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6" name="Google Shape;22886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7" name="Google Shape;22887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8" name="Google Shape;22888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9" name="Google Shape;22889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0" name="Google Shape;22890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1" name="Google Shape;22891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2" name="Google Shape;22892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3" name="Google Shape;22893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4" name="Google Shape;22894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5" name="Google Shape;22895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6" name="Google Shape;22896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7" name="Google Shape;22897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8" name="Google Shape;22898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9" name="Google Shape;22899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0" name="Google Shape;22900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1" name="Google Shape;22901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2" name="Google Shape;22902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3" name="Google Shape;22903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4" name="Google Shape;22904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5" name="Google Shape;22905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6" name="Google Shape;22906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7" name="Google Shape;22907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8" name="Google Shape;22908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9" name="Google Shape;22909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0" name="Google Shape;22910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1" name="Google Shape;22911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2" name="Google Shape;22912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3" name="Google Shape;22913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4" name="Google Shape;22914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5" name="Google Shape;22915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6" name="Google Shape;22916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7" name="Google Shape;22917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8" name="Google Shape;22918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9" name="Google Shape;22919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0" name="Google Shape;22920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1" name="Google Shape;22921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922" name="Google Shape;22922;p43"/>
            <p:cNvGrpSpPr/>
            <p:nvPr/>
          </p:nvGrpSpPr>
          <p:grpSpPr>
            <a:xfrm>
              <a:off x="109200" y="1521806"/>
              <a:ext cx="8925600" cy="33000"/>
              <a:chOff x="76200" y="76206"/>
              <a:chExt cx="8925600" cy="33000"/>
            </a:xfrm>
          </p:grpSpPr>
          <p:sp>
            <p:nvSpPr>
              <p:cNvPr id="22923" name="Google Shape;22923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4" name="Google Shape;22924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5" name="Google Shape;22925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6" name="Google Shape;22926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7" name="Google Shape;22927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8" name="Google Shape;22928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9" name="Google Shape;22929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0" name="Google Shape;22930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1" name="Google Shape;22931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2" name="Google Shape;22932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3" name="Google Shape;22933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4" name="Google Shape;22934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5" name="Google Shape;22935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6" name="Google Shape;22936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7" name="Google Shape;22937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8" name="Google Shape;22938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9" name="Google Shape;22939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0" name="Google Shape;22940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1" name="Google Shape;22941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2" name="Google Shape;22942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3" name="Google Shape;22943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4" name="Google Shape;22944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5" name="Google Shape;22945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6" name="Google Shape;22946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7" name="Google Shape;22947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8" name="Google Shape;22948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9" name="Google Shape;22949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0" name="Google Shape;22950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1" name="Google Shape;22951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2" name="Google Shape;22952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3" name="Google Shape;22953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4" name="Google Shape;22954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5" name="Google Shape;22955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6" name="Google Shape;22956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7" name="Google Shape;22957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8" name="Google Shape;22958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9" name="Google Shape;22959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0" name="Google Shape;22960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1" name="Google Shape;22961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2" name="Google Shape;22962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3" name="Google Shape;22963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4" name="Google Shape;22964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5" name="Google Shape;22965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6" name="Google Shape;22966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7" name="Google Shape;22967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8" name="Google Shape;22968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9" name="Google Shape;22969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0" name="Google Shape;22970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1" name="Google Shape;22971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2" name="Google Shape;22972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3" name="Google Shape;22973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4" name="Google Shape;22974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5" name="Google Shape;22975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6" name="Google Shape;22976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7" name="Google Shape;22977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8" name="Google Shape;22978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9" name="Google Shape;22979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0" name="Google Shape;22980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1" name="Google Shape;22981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2" name="Google Shape;22982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3" name="Google Shape;22983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4" name="Google Shape;22984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5" name="Google Shape;22985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6" name="Google Shape;22986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7" name="Google Shape;22987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8" name="Google Shape;22988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9" name="Google Shape;22989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0" name="Google Shape;22990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1" name="Google Shape;22991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2" name="Google Shape;22992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3" name="Google Shape;22993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4" name="Google Shape;22994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995" name="Google Shape;22995;p43"/>
            <p:cNvGrpSpPr/>
            <p:nvPr/>
          </p:nvGrpSpPr>
          <p:grpSpPr>
            <a:xfrm>
              <a:off x="109200" y="1633006"/>
              <a:ext cx="8925600" cy="33000"/>
              <a:chOff x="76200" y="76206"/>
              <a:chExt cx="8925600" cy="33000"/>
            </a:xfrm>
          </p:grpSpPr>
          <p:sp>
            <p:nvSpPr>
              <p:cNvPr id="22996" name="Google Shape;22996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7" name="Google Shape;22997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8" name="Google Shape;22998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9" name="Google Shape;22999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0" name="Google Shape;23000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1" name="Google Shape;23001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2" name="Google Shape;23002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3" name="Google Shape;23003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4" name="Google Shape;23004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5" name="Google Shape;23005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6" name="Google Shape;23006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7" name="Google Shape;23007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8" name="Google Shape;23008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9" name="Google Shape;23009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0" name="Google Shape;23010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1" name="Google Shape;23011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2" name="Google Shape;23012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3" name="Google Shape;23013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4" name="Google Shape;23014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5" name="Google Shape;23015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6" name="Google Shape;23016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7" name="Google Shape;23017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8" name="Google Shape;23018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9" name="Google Shape;23019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0" name="Google Shape;23020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1" name="Google Shape;23021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2" name="Google Shape;23022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3" name="Google Shape;23023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4" name="Google Shape;23024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5" name="Google Shape;23025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6" name="Google Shape;23026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7" name="Google Shape;23027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8" name="Google Shape;23028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9" name="Google Shape;23029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0" name="Google Shape;23030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1" name="Google Shape;23031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2" name="Google Shape;23032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3" name="Google Shape;23033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4" name="Google Shape;23034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5" name="Google Shape;23035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6" name="Google Shape;23036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7" name="Google Shape;23037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8" name="Google Shape;23038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9" name="Google Shape;23039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0" name="Google Shape;23040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1" name="Google Shape;23041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2" name="Google Shape;23042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3" name="Google Shape;23043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4" name="Google Shape;23044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5" name="Google Shape;23045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6" name="Google Shape;23046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7" name="Google Shape;23047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8" name="Google Shape;23048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9" name="Google Shape;23049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0" name="Google Shape;23050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1" name="Google Shape;23051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2" name="Google Shape;23052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3" name="Google Shape;23053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4" name="Google Shape;23054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5" name="Google Shape;23055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6" name="Google Shape;23056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7" name="Google Shape;23057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8" name="Google Shape;23058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9" name="Google Shape;23059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0" name="Google Shape;23060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1" name="Google Shape;23061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2" name="Google Shape;23062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3" name="Google Shape;23063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4" name="Google Shape;23064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5" name="Google Shape;23065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6" name="Google Shape;23066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7" name="Google Shape;23067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068" name="Google Shape;23068;p43"/>
            <p:cNvGrpSpPr/>
            <p:nvPr/>
          </p:nvGrpSpPr>
          <p:grpSpPr>
            <a:xfrm>
              <a:off x="109200" y="1744206"/>
              <a:ext cx="8925600" cy="33000"/>
              <a:chOff x="76200" y="76206"/>
              <a:chExt cx="8925600" cy="33000"/>
            </a:xfrm>
          </p:grpSpPr>
          <p:sp>
            <p:nvSpPr>
              <p:cNvPr id="23069" name="Google Shape;23069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0" name="Google Shape;23070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1" name="Google Shape;23071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2" name="Google Shape;23072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3" name="Google Shape;23073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4" name="Google Shape;23074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5" name="Google Shape;23075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6" name="Google Shape;23076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7" name="Google Shape;23077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8" name="Google Shape;23078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9" name="Google Shape;23079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0" name="Google Shape;23080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1" name="Google Shape;23081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2" name="Google Shape;23082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3" name="Google Shape;23083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4" name="Google Shape;23084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5" name="Google Shape;23085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6" name="Google Shape;23086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7" name="Google Shape;23087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8" name="Google Shape;23088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9" name="Google Shape;23089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0" name="Google Shape;23090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1" name="Google Shape;23091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2" name="Google Shape;23092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3" name="Google Shape;23093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4" name="Google Shape;23094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5" name="Google Shape;23095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6" name="Google Shape;23096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7" name="Google Shape;23097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8" name="Google Shape;23098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9" name="Google Shape;23099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0" name="Google Shape;23100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1" name="Google Shape;23101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2" name="Google Shape;23102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3" name="Google Shape;23103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4" name="Google Shape;23104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5" name="Google Shape;23105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6" name="Google Shape;23106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7" name="Google Shape;23107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8" name="Google Shape;23108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9" name="Google Shape;23109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0" name="Google Shape;23110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1" name="Google Shape;23111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2" name="Google Shape;23112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3" name="Google Shape;23113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4" name="Google Shape;23114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5" name="Google Shape;23115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6" name="Google Shape;23116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7" name="Google Shape;23117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8" name="Google Shape;23118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9" name="Google Shape;23119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0" name="Google Shape;23120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1" name="Google Shape;23121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2" name="Google Shape;23122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3" name="Google Shape;23123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4" name="Google Shape;23124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5" name="Google Shape;23125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6" name="Google Shape;23126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7" name="Google Shape;23127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8" name="Google Shape;23128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9" name="Google Shape;23129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0" name="Google Shape;23130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1" name="Google Shape;23131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2" name="Google Shape;23132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3" name="Google Shape;23133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4" name="Google Shape;23134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5" name="Google Shape;23135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6" name="Google Shape;23136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7" name="Google Shape;23137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8" name="Google Shape;23138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9" name="Google Shape;23139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0" name="Google Shape;23140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141" name="Google Shape;23141;p43"/>
            <p:cNvGrpSpPr/>
            <p:nvPr/>
          </p:nvGrpSpPr>
          <p:grpSpPr>
            <a:xfrm>
              <a:off x="109200" y="1855406"/>
              <a:ext cx="8925600" cy="33000"/>
              <a:chOff x="76200" y="76206"/>
              <a:chExt cx="8925600" cy="33000"/>
            </a:xfrm>
          </p:grpSpPr>
          <p:sp>
            <p:nvSpPr>
              <p:cNvPr id="23142" name="Google Shape;23142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3" name="Google Shape;23143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4" name="Google Shape;23144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5" name="Google Shape;23145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6" name="Google Shape;23146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7" name="Google Shape;23147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8" name="Google Shape;23148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9" name="Google Shape;23149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0" name="Google Shape;23150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1" name="Google Shape;23151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2" name="Google Shape;23152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3" name="Google Shape;23153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4" name="Google Shape;23154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5" name="Google Shape;23155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6" name="Google Shape;23156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7" name="Google Shape;23157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8" name="Google Shape;23158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9" name="Google Shape;23159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0" name="Google Shape;23160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1" name="Google Shape;23161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2" name="Google Shape;23162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3" name="Google Shape;23163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4" name="Google Shape;23164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5" name="Google Shape;23165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6" name="Google Shape;23166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7" name="Google Shape;23167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8" name="Google Shape;23168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9" name="Google Shape;23169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0" name="Google Shape;23170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1" name="Google Shape;23171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2" name="Google Shape;23172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3" name="Google Shape;23173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4" name="Google Shape;23174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5" name="Google Shape;23175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6" name="Google Shape;23176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7" name="Google Shape;23177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8" name="Google Shape;23178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9" name="Google Shape;23179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0" name="Google Shape;23180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1" name="Google Shape;23181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2" name="Google Shape;23182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3" name="Google Shape;23183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4" name="Google Shape;23184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5" name="Google Shape;23185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6" name="Google Shape;23186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7" name="Google Shape;23187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8" name="Google Shape;23188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9" name="Google Shape;23189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0" name="Google Shape;23190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1" name="Google Shape;23191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2" name="Google Shape;23192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3" name="Google Shape;23193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4" name="Google Shape;23194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5" name="Google Shape;23195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6" name="Google Shape;23196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7" name="Google Shape;23197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8" name="Google Shape;23198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9" name="Google Shape;23199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0" name="Google Shape;23200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1" name="Google Shape;23201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2" name="Google Shape;23202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3" name="Google Shape;23203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4" name="Google Shape;23204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5" name="Google Shape;23205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6" name="Google Shape;23206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7" name="Google Shape;23207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8" name="Google Shape;23208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9" name="Google Shape;23209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0" name="Google Shape;23210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1" name="Google Shape;23211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2" name="Google Shape;23212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3" name="Google Shape;23213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14" name="Google Shape;23214;p43"/>
            <p:cNvGrpSpPr/>
            <p:nvPr/>
          </p:nvGrpSpPr>
          <p:grpSpPr>
            <a:xfrm>
              <a:off x="109200" y="1966606"/>
              <a:ext cx="8925600" cy="33000"/>
              <a:chOff x="76200" y="76206"/>
              <a:chExt cx="8925600" cy="33000"/>
            </a:xfrm>
          </p:grpSpPr>
          <p:sp>
            <p:nvSpPr>
              <p:cNvPr id="23215" name="Google Shape;23215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6" name="Google Shape;23216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7" name="Google Shape;23217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8" name="Google Shape;23218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9" name="Google Shape;23219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0" name="Google Shape;23220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1" name="Google Shape;23221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2" name="Google Shape;23222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3" name="Google Shape;23223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4" name="Google Shape;23224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5" name="Google Shape;23225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6" name="Google Shape;23226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7" name="Google Shape;23227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8" name="Google Shape;23228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9" name="Google Shape;23229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0" name="Google Shape;23230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1" name="Google Shape;23231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2" name="Google Shape;23232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3" name="Google Shape;23233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4" name="Google Shape;23234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5" name="Google Shape;23235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6" name="Google Shape;23236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7" name="Google Shape;23237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8" name="Google Shape;23238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9" name="Google Shape;23239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0" name="Google Shape;23240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1" name="Google Shape;23241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2" name="Google Shape;23242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3" name="Google Shape;23243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4" name="Google Shape;23244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5" name="Google Shape;23245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6" name="Google Shape;23246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7" name="Google Shape;23247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8" name="Google Shape;23248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9" name="Google Shape;23249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0" name="Google Shape;23250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1" name="Google Shape;23251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2" name="Google Shape;23252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3" name="Google Shape;23253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4" name="Google Shape;23254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5" name="Google Shape;23255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6" name="Google Shape;23256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7" name="Google Shape;23257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8" name="Google Shape;23258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9" name="Google Shape;23259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0" name="Google Shape;23260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1" name="Google Shape;23261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2" name="Google Shape;23262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3" name="Google Shape;23263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4" name="Google Shape;23264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5" name="Google Shape;23265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6" name="Google Shape;23266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7" name="Google Shape;23267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8" name="Google Shape;23268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9" name="Google Shape;23269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0" name="Google Shape;23270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1" name="Google Shape;23271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2" name="Google Shape;23272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3" name="Google Shape;23273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4" name="Google Shape;23274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5" name="Google Shape;23275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6" name="Google Shape;23276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7" name="Google Shape;23277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8" name="Google Shape;23278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9" name="Google Shape;23279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0" name="Google Shape;23280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1" name="Google Shape;23281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2" name="Google Shape;23282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3" name="Google Shape;23283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4" name="Google Shape;23284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5" name="Google Shape;23285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6" name="Google Shape;23286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87" name="Google Shape;23287;p43"/>
            <p:cNvGrpSpPr/>
            <p:nvPr/>
          </p:nvGrpSpPr>
          <p:grpSpPr>
            <a:xfrm>
              <a:off x="109200" y="2077806"/>
              <a:ext cx="8925600" cy="33000"/>
              <a:chOff x="76200" y="76206"/>
              <a:chExt cx="8925600" cy="33000"/>
            </a:xfrm>
          </p:grpSpPr>
          <p:sp>
            <p:nvSpPr>
              <p:cNvPr id="23288" name="Google Shape;23288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9" name="Google Shape;23289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0" name="Google Shape;23290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1" name="Google Shape;23291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2" name="Google Shape;23292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3" name="Google Shape;23293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4" name="Google Shape;23294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5" name="Google Shape;23295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6" name="Google Shape;23296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7" name="Google Shape;23297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8" name="Google Shape;23298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9" name="Google Shape;23299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0" name="Google Shape;23300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1" name="Google Shape;23301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2" name="Google Shape;23302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3" name="Google Shape;23303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4" name="Google Shape;23304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5" name="Google Shape;23305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6" name="Google Shape;23306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7" name="Google Shape;23307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8" name="Google Shape;23308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9" name="Google Shape;23309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0" name="Google Shape;23310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1" name="Google Shape;23311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2" name="Google Shape;23312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3" name="Google Shape;23313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4" name="Google Shape;23314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5" name="Google Shape;23315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6" name="Google Shape;23316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7" name="Google Shape;23317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8" name="Google Shape;23318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9" name="Google Shape;23319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0" name="Google Shape;23320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1" name="Google Shape;23321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2" name="Google Shape;23322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3" name="Google Shape;23323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4" name="Google Shape;23324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5" name="Google Shape;23325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6" name="Google Shape;23326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7" name="Google Shape;23327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8" name="Google Shape;23328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9" name="Google Shape;23329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0" name="Google Shape;23330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1" name="Google Shape;23331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2" name="Google Shape;23332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3" name="Google Shape;23333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4" name="Google Shape;23334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5" name="Google Shape;23335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6" name="Google Shape;23336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7" name="Google Shape;23337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8" name="Google Shape;23338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9" name="Google Shape;23339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0" name="Google Shape;23340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1" name="Google Shape;23341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2" name="Google Shape;23342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3" name="Google Shape;23343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4" name="Google Shape;23344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5" name="Google Shape;23345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6" name="Google Shape;23346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7" name="Google Shape;23347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8" name="Google Shape;23348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9" name="Google Shape;23349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0" name="Google Shape;23350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1" name="Google Shape;23351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2" name="Google Shape;23352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3" name="Google Shape;23353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4" name="Google Shape;23354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5" name="Google Shape;23355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6" name="Google Shape;23356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7" name="Google Shape;23357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8" name="Google Shape;23358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9" name="Google Shape;23359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360" name="Google Shape;23360;p43"/>
            <p:cNvGrpSpPr/>
            <p:nvPr/>
          </p:nvGrpSpPr>
          <p:grpSpPr>
            <a:xfrm>
              <a:off x="109200" y="2189006"/>
              <a:ext cx="8925600" cy="33000"/>
              <a:chOff x="76200" y="76206"/>
              <a:chExt cx="8925600" cy="33000"/>
            </a:xfrm>
          </p:grpSpPr>
          <p:sp>
            <p:nvSpPr>
              <p:cNvPr id="23361" name="Google Shape;23361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2" name="Google Shape;23362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3" name="Google Shape;23363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4" name="Google Shape;23364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5" name="Google Shape;23365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6" name="Google Shape;23366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7" name="Google Shape;23367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8" name="Google Shape;23368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9" name="Google Shape;23369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0" name="Google Shape;23370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1" name="Google Shape;23371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2" name="Google Shape;23372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3" name="Google Shape;23373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4" name="Google Shape;23374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5" name="Google Shape;23375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6" name="Google Shape;23376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7" name="Google Shape;23377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8" name="Google Shape;23378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9" name="Google Shape;23379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0" name="Google Shape;23380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1" name="Google Shape;23381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2" name="Google Shape;23382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3" name="Google Shape;23383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4" name="Google Shape;23384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5" name="Google Shape;23385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6" name="Google Shape;23386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7" name="Google Shape;23387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8" name="Google Shape;23388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9" name="Google Shape;23389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0" name="Google Shape;23390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1" name="Google Shape;23391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2" name="Google Shape;23392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3" name="Google Shape;23393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4" name="Google Shape;23394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5" name="Google Shape;23395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6" name="Google Shape;23396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7" name="Google Shape;23397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8" name="Google Shape;23398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9" name="Google Shape;23399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0" name="Google Shape;23400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1" name="Google Shape;23401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2" name="Google Shape;23402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3" name="Google Shape;23403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4" name="Google Shape;23404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5" name="Google Shape;23405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6" name="Google Shape;23406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7" name="Google Shape;23407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8" name="Google Shape;23408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9" name="Google Shape;23409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0" name="Google Shape;23410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1" name="Google Shape;23411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2" name="Google Shape;23412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3" name="Google Shape;23413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4" name="Google Shape;23414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5" name="Google Shape;23415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6" name="Google Shape;23416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7" name="Google Shape;23417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8" name="Google Shape;23418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9" name="Google Shape;23419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0" name="Google Shape;23420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1" name="Google Shape;23421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2" name="Google Shape;23422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3" name="Google Shape;23423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4" name="Google Shape;23424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5" name="Google Shape;23425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6" name="Google Shape;23426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7" name="Google Shape;23427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8" name="Google Shape;23428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9" name="Google Shape;23429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0" name="Google Shape;23430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1" name="Google Shape;23431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2" name="Google Shape;23432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33" name="Google Shape;23433;p43"/>
            <p:cNvGrpSpPr/>
            <p:nvPr/>
          </p:nvGrpSpPr>
          <p:grpSpPr>
            <a:xfrm>
              <a:off x="109200" y="2300206"/>
              <a:ext cx="8925600" cy="33000"/>
              <a:chOff x="76200" y="76206"/>
              <a:chExt cx="8925600" cy="33000"/>
            </a:xfrm>
          </p:grpSpPr>
          <p:sp>
            <p:nvSpPr>
              <p:cNvPr id="23434" name="Google Shape;23434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5" name="Google Shape;23435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6" name="Google Shape;23436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7" name="Google Shape;23437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8" name="Google Shape;23438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9" name="Google Shape;23439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0" name="Google Shape;23440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1" name="Google Shape;23441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2" name="Google Shape;23442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3" name="Google Shape;23443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4" name="Google Shape;23444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5" name="Google Shape;23445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6" name="Google Shape;23446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7" name="Google Shape;23447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8" name="Google Shape;23448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9" name="Google Shape;23449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0" name="Google Shape;23450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1" name="Google Shape;23451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2" name="Google Shape;23452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3" name="Google Shape;23453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4" name="Google Shape;23454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5" name="Google Shape;23455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6" name="Google Shape;23456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7" name="Google Shape;23457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8" name="Google Shape;23458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9" name="Google Shape;23459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0" name="Google Shape;23460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1" name="Google Shape;23461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2" name="Google Shape;23462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3" name="Google Shape;23463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4" name="Google Shape;23464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5" name="Google Shape;23465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6" name="Google Shape;23466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7" name="Google Shape;23467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8" name="Google Shape;23468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9" name="Google Shape;23469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0" name="Google Shape;23470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1" name="Google Shape;23471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2" name="Google Shape;23472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3" name="Google Shape;23473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4" name="Google Shape;23474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5" name="Google Shape;23475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6" name="Google Shape;23476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7" name="Google Shape;23477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8" name="Google Shape;23478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9" name="Google Shape;23479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0" name="Google Shape;23480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1" name="Google Shape;23481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2" name="Google Shape;23482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3" name="Google Shape;23483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4" name="Google Shape;23484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5" name="Google Shape;23485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6" name="Google Shape;23486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7" name="Google Shape;23487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8" name="Google Shape;23488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9" name="Google Shape;23489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0" name="Google Shape;23490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1" name="Google Shape;23491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2" name="Google Shape;23492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3" name="Google Shape;23493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4" name="Google Shape;23494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5" name="Google Shape;23495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6" name="Google Shape;23496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7" name="Google Shape;23497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8" name="Google Shape;23498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9" name="Google Shape;23499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0" name="Google Shape;23500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1" name="Google Shape;23501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2" name="Google Shape;23502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3" name="Google Shape;23503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4" name="Google Shape;23504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5" name="Google Shape;23505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506" name="Google Shape;23506;p43"/>
            <p:cNvGrpSpPr/>
            <p:nvPr/>
          </p:nvGrpSpPr>
          <p:grpSpPr>
            <a:xfrm>
              <a:off x="109200" y="2411406"/>
              <a:ext cx="8925600" cy="33000"/>
              <a:chOff x="76200" y="76206"/>
              <a:chExt cx="8925600" cy="33000"/>
            </a:xfrm>
          </p:grpSpPr>
          <p:sp>
            <p:nvSpPr>
              <p:cNvPr id="23507" name="Google Shape;23507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8" name="Google Shape;23508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9" name="Google Shape;23509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0" name="Google Shape;23510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1" name="Google Shape;23511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2" name="Google Shape;23512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3" name="Google Shape;23513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4" name="Google Shape;23514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5" name="Google Shape;23515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6" name="Google Shape;23516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7" name="Google Shape;23517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8" name="Google Shape;23518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9" name="Google Shape;23519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0" name="Google Shape;23520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1" name="Google Shape;23521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2" name="Google Shape;23522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3" name="Google Shape;23523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4" name="Google Shape;23524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5" name="Google Shape;23525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6" name="Google Shape;23526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7" name="Google Shape;23527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8" name="Google Shape;23528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9" name="Google Shape;23529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0" name="Google Shape;23530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1" name="Google Shape;23531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2" name="Google Shape;23532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3" name="Google Shape;23533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4" name="Google Shape;23534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5" name="Google Shape;23535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6" name="Google Shape;23536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7" name="Google Shape;23537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8" name="Google Shape;23538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9" name="Google Shape;23539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0" name="Google Shape;23540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1" name="Google Shape;23541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2" name="Google Shape;23542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3" name="Google Shape;23543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4" name="Google Shape;23544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5" name="Google Shape;23545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6" name="Google Shape;23546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7" name="Google Shape;23547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8" name="Google Shape;23548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9" name="Google Shape;23549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0" name="Google Shape;23550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1" name="Google Shape;23551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2" name="Google Shape;23552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3" name="Google Shape;23553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4" name="Google Shape;23554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5" name="Google Shape;23555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6" name="Google Shape;23556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7" name="Google Shape;23557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8" name="Google Shape;23558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9" name="Google Shape;23559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0" name="Google Shape;23560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1" name="Google Shape;23561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2" name="Google Shape;23562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3" name="Google Shape;23563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4" name="Google Shape;23564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5" name="Google Shape;23565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6" name="Google Shape;23566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7" name="Google Shape;23567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8" name="Google Shape;23568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9" name="Google Shape;23569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0" name="Google Shape;23570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1" name="Google Shape;23571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2" name="Google Shape;23572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3" name="Google Shape;23573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4" name="Google Shape;23574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5" name="Google Shape;23575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6" name="Google Shape;23576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7" name="Google Shape;23577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8" name="Google Shape;23578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579" name="Google Shape;23579;p43"/>
            <p:cNvGrpSpPr/>
            <p:nvPr/>
          </p:nvGrpSpPr>
          <p:grpSpPr>
            <a:xfrm>
              <a:off x="109200" y="2522606"/>
              <a:ext cx="8925600" cy="33000"/>
              <a:chOff x="76200" y="76206"/>
              <a:chExt cx="8925600" cy="33000"/>
            </a:xfrm>
          </p:grpSpPr>
          <p:sp>
            <p:nvSpPr>
              <p:cNvPr id="23580" name="Google Shape;23580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1" name="Google Shape;23581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2" name="Google Shape;23582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3" name="Google Shape;23583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4" name="Google Shape;23584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5" name="Google Shape;23585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6" name="Google Shape;23586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7" name="Google Shape;23587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8" name="Google Shape;23588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9" name="Google Shape;23589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0" name="Google Shape;23590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1" name="Google Shape;23591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2" name="Google Shape;23592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3" name="Google Shape;23593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4" name="Google Shape;23594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5" name="Google Shape;23595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6" name="Google Shape;23596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7" name="Google Shape;23597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8" name="Google Shape;23598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9" name="Google Shape;23599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0" name="Google Shape;23600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1" name="Google Shape;23601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2" name="Google Shape;23602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3" name="Google Shape;23603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4" name="Google Shape;23604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5" name="Google Shape;23605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6" name="Google Shape;23606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7" name="Google Shape;23607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8" name="Google Shape;23608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9" name="Google Shape;23609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0" name="Google Shape;23610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1" name="Google Shape;23611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2" name="Google Shape;23612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3" name="Google Shape;23613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4" name="Google Shape;23614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5" name="Google Shape;23615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6" name="Google Shape;23616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7" name="Google Shape;23617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8" name="Google Shape;23618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9" name="Google Shape;23619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0" name="Google Shape;23620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1" name="Google Shape;23621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2" name="Google Shape;23622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3" name="Google Shape;23623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4" name="Google Shape;23624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5" name="Google Shape;23625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6" name="Google Shape;23626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7" name="Google Shape;23627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8" name="Google Shape;23628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9" name="Google Shape;23629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0" name="Google Shape;23630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1" name="Google Shape;23631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2" name="Google Shape;23632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3" name="Google Shape;23633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4" name="Google Shape;23634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5" name="Google Shape;23635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6" name="Google Shape;23636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7" name="Google Shape;23637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8" name="Google Shape;23638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9" name="Google Shape;23639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0" name="Google Shape;23640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1" name="Google Shape;23641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2" name="Google Shape;23642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3" name="Google Shape;23643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4" name="Google Shape;23644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5" name="Google Shape;23645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6" name="Google Shape;23646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7" name="Google Shape;23647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8" name="Google Shape;23648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9" name="Google Shape;23649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0" name="Google Shape;23650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1" name="Google Shape;23651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52" name="Google Shape;23652;p43"/>
            <p:cNvGrpSpPr/>
            <p:nvPr/>
          </p:nvGrpSpPr>
          <p:grpSpPr>
            <a:xfrm>
              <a:off x="109200" y="2633806"/>
              <a:ext cx="8925600" cy="33000"/>
              <a:chOff x="76200" y="76206"/>
              <a:chExt cx="8925600" cy="33000"/>
            </a:xfrm>
          </p:grpSpPr>
          <p:sp>
            <p:nvSpPr>
              <p:cNvPr id="23653" name="Google Shape;23653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4" name="Google Shape;23654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5" name="Google Shape;23655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6" name="Google Shape;23656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7" name="Google Shape;23657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8" name="Google Shape;23658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9" name="Google Shape;23659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0" name="Google Shape;23660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1" name="Google Shape;23661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2" name="Google Shape;23662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3" name="Google Shape;23663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4" name="Google Shape;23664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5" name="Google Shape;23665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6" name="Google Shape;23666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7" name="Google Shape;23667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8" name="Google Shape;23668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9" name="Google Shape;23669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0" name="Google Shape;23670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1" name="Google Shape;23671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2" name="Google Shape;23672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3" name="Google Shape;23673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4" name="Google Shape;23674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5" name="Google Shape;23675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6" name="Google Shape;23676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7" name="Google Shape;23677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8" name="Google Shape;23678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9" name="Google Shape;23679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0" name="Google Shape;23680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1" name="Google Shape;23681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2" name="Google Shape;23682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3" name="Google Shape;23683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4" name="Google Shape;23684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5" name="Google Shape;23685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6" name="Google Shape;23686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7" name="Google Shape;23687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8" name="Google Shape;23688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9" name="Google Shape;23689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0" name="Google Shape;23690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1" name="Google Shape;23691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2" name="Google Shape;23692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3" name="Google Shape;23693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4" name="Google Shape;23694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5" name="Google Shape;23695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6" name="Google Shape;23696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7" name="Google Shape;23697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8" name="Google Shape;23698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9" name="Google Shape;23699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0" name="Google Shape;23700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1" name="Google Shape;23701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2" name="Google Shape;23702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3" name="Google Shape;23703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4" name="Google Shape;23704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5" name="Google Shape;23705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6" name="Google Shape;23706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7" name="Google Shape;23707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8" name="Google Shape;23708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9" name="Google Shape;23709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0" name="Google Shape;23710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1" name="Google Shape;23711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2" name="Google Shape;23712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3" name="Google Shape;23713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4" name="Google Shape;23714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5" name="Google Shape;23715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6" name="Google Shape;23716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7" name="Google Shape;23717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8" name="Google Shape;23718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9" name="Google Shape;23719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0" name="Google Shape;23720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1" name="Google Shape;23721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2" name="Google Shape;23722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3" name="Google Shape;23723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4" name="Google Shape;23724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725" name="Google Shape;23725;p43"/>
            <p:cNvGrpSpPr/>
            <p:nvPr/>
          </p:nvGrpSpPr>
          <p:grpSpPr>
            <a:xfrm>
              <a:off x="109200" y="2745006"/>
              <a:ext cx="8925600" cy="33000"/>
              <a:chOff x="76200" y="76206"/>
              <a:chExt cx="8925600" cy="33000"/>
            </a:xfrm>
          </p:grpSpPr>
          <p:sp>
            <p:nvSpPr>
              <p:cNvPr id="23726" name="Google Shape;23726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7" name="Google Shape;23727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8" name="Google Shape;23728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9" name="Google Shape;23729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0" name="Google Shape;23730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1" name="Google Shape;23731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2" name="Google Shape;23732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3" name="Google Shape;23733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4" name="Google Shape;23734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5" name="Google Shape;23735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6" name="Google Shape;23736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7" name="Google Shape;23737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8" name="Google Shape;23738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9" name="Google Shape;23739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0" name="Google Shape;23740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1" name="Google Shape;23741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2" name="Google Shape;23742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3" name="Google Shape;23743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4" name="Google Shape;23744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5" name="Google Shape;23745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6" name="Google Shape;23746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7" name="Google Shape;23747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8" name="Google Shape;23748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9" name="Google Shape;23749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0" name="Google Shape;23750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1" name="Google Shape;23751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2" name="Google Shape;23752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3" name="Google Shape;23753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4" name="Google Shape;23754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5" name="Google Shape;23755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6" name="Google Shape;23756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7" name="Google Shape;23757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8" name="Google Shape;23758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9" name="Google Shape;23759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0" name="Google Shape;23760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1" name="Google Shape;23761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2" name="Google Shape;23762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3" name="Google Shape;23763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4" name="Google Shape;23764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5" name="Google Shape;23765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6" name="Google Shape;23766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7" name="Google Shape;23767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8" name="Google Shape;23768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9" name="Google Shape;23769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0" name="Google Shape;23770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1" name="Google Shape;23771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2" name="Google Shape;23772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3" name="Google Shape;23773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4" name="Google Shape;23774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5" name="Google Shape;23775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6" name="Google Shape;23776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7" name="Google Shape;23777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8" name="Google Shape;23778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9" name="Google Shape;23779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0" name="Google Shape;23780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1" name="Google Shape;23781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2" name="Google Shape;23782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3" name="Google Shape;23783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4" name="Google Shape;23784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5" name="Google Shape;23785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6" name="Google Shape;23786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7" name="Google Shape;23787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8" name="Google Shape;23788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9" name="Google Shape;23789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0" name="Google Shape;23790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1" name="Google Shape;23791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2" name="Google Shape;23792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3" name="Google Shape;23793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4" name="Google Shape;23794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5" name="Google Shape;23795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6" name="Google Shape;23796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7" name="Google Shape;23797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798" name="Google Shape;23798;p43"/>
            <p:cNvGrpSpPr/>
            <p:nvPr/>
          </p:nvGrpSpPr>
          <p:grpSpPr>
            <a:xfrm>
              <a:off x="109200" y="2856206"/>
              <a:ext cx="8925600" cy="33000"/>
              <a:chOff x="76200" y="76206"/>
              <a:chExt cx="8925600" cy="33000"/>
            </a:xfrm>
          </p:grpSpPr>
          <p:sp>
            <p:nvSpPr>
              <p:cNvPr id="23799" name="Google Shape;23799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0" name="Google Shape;23800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1" name="Google Shape;23801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2" name="Google Shape;23802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3" name="Google Shape;23803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4" name="Google Shape;23804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5" name="Google Shape;23805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6" name="Google Shape;23806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7" name="Google Shape;23807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8" name="Google Shape;23808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9" name="Google Shape;23809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0" name="Google Shape;23810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1" name="Google Shape;23811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2" name="Google Shape;23812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3" name="Google Shape;23813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4" name="Google Shape;23814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5" name="Google Shape;23815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6" name="Google Shape;23816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7" name="Google Shape;23817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8" name="Google Shape;23818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9" name="Google Shape;23819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0" name="Google Shape;23820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1" name="Google Shape;23821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2" name="Google Shape;23822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3" name="Google Shape;23823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4" name="Google Shape;23824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5" name="Google Shape;23825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6" name="Google Shape;23826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7" name="Google Shape;23827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8" name="Google Shape;23828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9" name="Google Shape;23829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0" name="Google Shape;23830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1" name="Google Shape;23831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2" name="Google Shape;23832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3" name="Google Shape;23833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4" name="Google Shape;23834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5" name="Google Shape;23835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6" name="Google Shape;23836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7" name="Google Shape;23837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8" name="Google Shape;23838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9" name="Google Shape;23839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0" name="Google Shape;23840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1" name="Google Shape;23841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2" name="Google Shape;23842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3" name="Google Shape;23843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4" name="Google Shape;23844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5" name="Google Shape;23845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6" name="Google Shape;23846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7" name="Google Shape;23847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8" name="Google Shape;23848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9" name="Google Shape;23849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0" name="Google Shape;23850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1" name="Google Shape;23851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2" name="Google Shape;23852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3" name="Google Shape;23853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4" name="Google Shape;23854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5" name="Google Shape;23855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6" name="Google Shape;23856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7" name="Google Shape;23857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8" name="Google Shape;23858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9" name="Google Shape;23859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0" name="Google Shape;23860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1" name="Google Shape;23861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2" name="Google Shape;23862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3" name="Google Shape;23863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4" name="Google Shape;23864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5" name="Google Shape;23865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6" name="Google Shape;23866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7" name="Google Shape;23867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8" name="Google Shape;23868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9" name="Google Shape;23869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0" name="Google Shape;23870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871" name="Google Shape;23871;p43"/>
            <p:cNvGrpSpPr/>
            <p:nvPr/>
          </p:nvGrpSpPr>
          <p:grpSpPr>
            <a:xfrm>
              <a:off x="109200" y="2967406"/>
              <a:ext cx="8925600" cy="33000"/>
              <a:chOff x="76200" y="76206"/>
              <a:chExt cx="8925600" cy="33000"/>
            </a:xfrm>
          </p:grpSpPr>
          <p:sp>
            <p:nvSpPr>
              <p:cNvPr id="23872" name="Google Shape;23872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3" name="Google Shape;23873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4" name="Google Shape;23874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5" name="Google Shape;23875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6" name="Google Shape;23876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7" name="Google Shape;23877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8" name="Google Shape;23878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9" name="Google Shape;23879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0" name="Google Shape;23880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1" name="Google Shape;23881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2" name="Google Shape;23882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3" name="Google Shape;23883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4" name="Google Shape;23884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5" name="Google Shape;23885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6" name="Google Shape;23886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7" name="Google Shape;23887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8" name="Google Shape;23888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9" name="Google Shape;23889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0" name="Google Shape;23890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1" name="Google Shape;23891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2" name="Google Shape;23892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3" name="Google Shape;23893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4" name="Google Shape;23894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5" name="Google Shape;23895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6" name="Google Shape;23896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7" name="Google Shape;23897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8" name="Google Shape;23898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9" name="Google Shape;23899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0" name="Google Shape;23900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1" name="Google Shape;23901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2" name="Google Shape;23902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3" name="Google Shape;23903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4" name="Google Shape;23904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5" name="Google Shape;23905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6" name="Google Shape;23906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7" name="Google Shape;23907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8" name="Google Shape;23908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9" name="Google Shape;23909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0" name="Google Shape;23910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1" name="Google Shape;23911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2" name="Google Shape;23912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3" name="Google Shape;23913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4" name="Google Shape;23914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5" name="Google Shape;23915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6" name="Google Shape;23916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7" name="Google Shape;23917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8" name="Google Shape;23918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9" name="Google Shape;23919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0" name="Google Shape;23920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1" name="Google Shape;23921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2" name="Google Shape;23922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3" name="Google Shape;23923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4" name="Google Shape;23924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5" name="Google Shape;23925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6" name="Google Shape;23926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7" name="Google Shape;23927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8" name="Google Shape;23928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9" name="Google Shape;23929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0" name="Google Shape;23930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1" name="Google Shape;23931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2" name="Google Shape;23932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3" name="Google Shape;23933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4" name="Google Shape;23934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5" name="Google Shape;23935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6" name="Google Shape;23936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7" name="Google Shape;23937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8" name="Google Shape;23938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9" name="Google Shape;23939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0" name="Google Shape;23940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1" name="Google Shape;23941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2" name="Google Shape;23942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3" name="Google Shape;23943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44" name="Google Shape;23944;p43"/>
            <p:cNvGrpSpPr/>
            <p:nvPr/>
          </p:nvGrpSpPr>
          <p:grpSpPr>
            <a:xfrm>
              <a:off x="109200" y="3078606"/>
              <a:ext cx="8925600" cy="33000"/>
              <a:chOff x="76200" y="76206"/>
              <a:chExt cx="8925600" cy="33000"/>
            </a:xfrm>
          </p:grpSpPr>
          <p:sp>
            <p:nvSpPr>
              <p:cNvPr id="23945" name="Google Shape;23945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6" name="Google Shape;23946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7" name="Google Shape;23947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8" name="Google Shape;23948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9" name="Google Shape;23949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0" name="Google Shape;23950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1" name="Google Shape;23951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2" name="Google Shape;23952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3" name="Google Shape;23953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4" name="Google Shape;23954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5" name="Google Shape;23955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6" name="Google Shape;23956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7" name="Google Shape;23957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8" name="Google Shape;23958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9" name="Google Shape;23959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0" name="Google Shape;23960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1" name="Google Shape;23961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2" name="Google Shape;23962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3" name="Google Shape;23963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4" name="Google Shape;23964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5" name="Google Shape;23965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6" name="Google Shape;23966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7" name="Google Shape;23967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8" name="Google Shape;23968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9" name="Google Shape;23969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0" name="Google Shape;23970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1" name="Google Shape;23971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2" name="Google Shape;23972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3" name="Google Shape;23973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4" name="Google Shape;23974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5" name="Google Shape;23975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6" name="Google Shape;23976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7" name="Google Shape;23977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8" name="Google Shape;23978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9" name="Google Shape;23979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0" name="Google Shape;23980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1" name="Google Shape;23981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2" name="Google Shape;23982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3" name="Google Shape;23983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4" name="Google Shape;23984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5" name="Google Shape;23985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6" name="Google Shape;23986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7" name="Google Shape;23987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8" name="Google Shape;23988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9" name="Google Shape;23989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0" name="Google Shape;23990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1" name="Google Shape;23991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2" name="Google Shape;23992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3" name="Google Shape;23993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4" name="Google Shape;23994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5" name="Google Shape;23995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6" name="Google Shape;23996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7" name="Google Shape;23997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8" name="Google Shape;23998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9" name="Google Shape;23999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0" name="Google Shape;24000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1" name="Google Shape;24001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2" name="Google Shape;24002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3" name="Google Shape;24003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4" name="Google Shape;24004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5" name="Google Shape;24005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6" name="Google Shape;24006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7" name="Google Shape;24007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8" name="Google Shape;24008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9" name="Google Shape;24009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0" name="Google Shape;24010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1" name="Google Shape;24011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2" name="Google Shape;24012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3" name="Google Shape;24013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4" name="Google Shape;24014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5" name="Google Shape;24015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6" name="Google Shape;24016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017" name="Google Shape;24017;p43"/>
            <p:cNvGrpSpPr/>
            <p:nvPr/>
          </p:nvGrpSpPr>
          <p:grpSpPr>
            <a:xfrm>
              <a:off x="109200" y="3189806"/>
              <a:ext cx="8925600" cy="33000"/>
              <a:chOff x="76200" y="76206"/>
              <a:chExt cx="8925600" cy="33000"/>
            </a:xfrm>
          </p:grpSpPr>
          <p:sp>
            <p:nvSpPr>
              <p:cNvPr id="24018" name="Google Shape;24018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9" name="Google Shape;24019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0" name="Google Shape;24020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1" name="Google Shape;24021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2" name="Google Shape;24022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3" name="Google Shape;24023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4" name="Google Shape;24024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5" name="Google Shape;24025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6" name="Google Shape;24026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7" name="Google Shape;24027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8" name="Google Shape;24028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9" name="Google Shape;24029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0" name="Google Shape;24030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1" name="Google Shape;24031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2" name="Google Shape;24032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3" name="Google Shape;24033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4" name="Google Shape;24034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5" name="Google Shape;24035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6" name="Google Shape;24036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7" name="Google Shape;24037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8" name="Google Shape;24038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9" name="Google Shape;24039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0" name="Google Shape;24040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1" name="Google Shape;24041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2" name="Google Shape;24042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3" name="Google Shape;24043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4" name="Google Shape;24044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5" name="Google Shape;24045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6" name="Google Shape;24046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7" name="Google Shape;24047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8" name="Google Shape;24048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9" name="Google Shape;24049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0" name="Google Shape;24050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1" name="Google Shape;24051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2" name="Google Shape;24052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3" name="Google Shape;24053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4" name="Google Shape;24054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5" name="Google Shape;24055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6" name="Google Shape;24056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7" name="Google Shape;24057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8" name="Google Shape;24058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9" name="Google Shape;24059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0" name="Google Shape;24060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1" name="Google Shape;24061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2" name="Google Shape;24062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3" name="Google Shape;24063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4" name="Google Shape;24064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5" name="Google Shape;24065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6" name="Google Shape;24066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7" name="Google Shape;24067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8" name="Google Shape;24068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9" name="Google Shape;24069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0" name="Google Shape;24070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1" name="Google Shape;24071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2" name="Google Shape;24072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3" name="Google Shape;24073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4" name="Google Shape;24074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5" name="Google Shape;24075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6" name="Google Shape;24076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7" name="Google Shape;24077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8" name="Google Shape;24078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9" name="Google Shape;24079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0" name="Google Shape;24080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1" name="Google Shape;24081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2" name="Google Shape;24082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3" name="Google Shape;24083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4" name="Google Shape;24084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5" name="Google Shape;24085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6" name="Google Shape;24086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7" name="Google Shape;24087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8" name="Google Shape;24088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9" name="Google Shape;24089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090" name="Google Shape;24090;p43"/>
            <p:cNvGrpSpPr/>
            <p:nvPr/>
          </p:nvGrpSpPr>
          <p:grpSpPr>
            <a:xfrm>
              <a:off x="109200" y="3301006"/>
              <a:ext cx="8925600" cy="33000"/>
              <a:chOff x="76200" y="76206"/>
              <a:chExt cx="8925600" cy="33000"/>
            </a:xfrm>
          </p:grpSpPr>
          <p:sp>
            <p:nvSpPr>
              <p:cNvPr id="24091" name="Google Shape;24091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2" name="Google Shape;24092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3" name="Google Shape;24093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4" name="Google Shape;24094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5" name="Google Shape;24095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6" name="Google Shape;24096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7" name="Google Shape;24097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8" name="Google Shape;24098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9" name="Google Shape;24099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0" name="Google Shape;24100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1" name="Google Shape;24101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2" name="Google Shape;24102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3" name="Google Shape;24103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4" name="Google Shape;24104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5" name="Google Shape;24105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6" name="Google Shape;24106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7" name="Google Shape;24107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8" name="Google Shape;24108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9" name="Google Shape;24109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0" name="Google Shape;24110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1" name="Google Shape;24111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2" name="Google Shape;24112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3" name="Google Shape;24113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4" name="Google Shape;24114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5" name="Google Shape;24115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6" name="Google Shape;24116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7" name="Google Shape;24117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8" name="Google Shape;24118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9" name="Google Shape;24119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0" name="Google Shape;24120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1" name="Google Shape;24121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2" name="Google Shape;24122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3" name="Google Shape;24123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4" name="Google Shape;24124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5" name="Google Shape;24125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6" name="Google Shape;24126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7" name="Google Shape;24127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8" name="Google Shape;24128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9" name="Google Shape;24129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0" name="Google Shape;24130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1" name="Google Shape;24131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2" name="Google Shape;24132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3" name="Google Shape;24133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4" name="Google Shape;24134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5" name="Google Shape;24135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6" name="Google Shape;24136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7" name="Google Shape;24137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8" name="Google Shape;24138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9" name="Google Shape;24139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0" name="Google Shape;24140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1" name="Google Shape;24141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2" name="Google Shape;24142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3" name="Google Shape;24143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4" name="Google Shape;24144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5" name="Google Shape;24145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6" name="Google Shape;24146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7" name="Google Shape;24147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8" name="Google Shape;24148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9" name="Google Shape;24149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0" name="Google Shape;24150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1" name="Google Shape;24151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2" name="Google Shape;24152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3" name="Google Shape;24153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4" name="Google Shape;24154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5" name="Google Shape;24155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6" name="Google Shape;24156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7" name="Google Shape;24157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8" name="Google Shape;24158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9" name="Google Shape;24159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0" name="Google Shape;24160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1" name="Google Shape;24161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2" name="Google Shape;24162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163" name="Google Shape;24163;p43"/>
            <p:cNvGrpSpPr/>
            <p:nvPr/>
          </p:nvGrpSpPr>
          <p:grpSpPr>
            <a:xfrm>
              <a:off x="109200" y="3412206"/>
              <a:ext cx="8925600" cy="33000"/>
              <a:chOff x="76200" y="76206"/>
              <a:chExt cx="8925600" cy="33000"/>
            </a:xfrm>
          </p:grpSpPr>
          <p:sp>
            <p:nvSpPr>
              <p:cNvPr id="24164" name="Google Shape;24164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5" name="Google Shape;24165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6" name="Google Shape;24166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7" name="Google Shape;24167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8" name="Google Shape;24168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9" name="Google Shape;24169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0" name="Google Shape;24170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1" name="Google Shape;24171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2" name="Google Shape;24172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3" name="Google Shape;24173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4" name="Google Shape;24174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5" name="Google Shape;24175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6" name="Google Shape;24176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7" name="Google Shape;24177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8" name="Google Shape;24178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9" name="Google Shape;24179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0" name="Google Shape;24180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1" name="Google Shape;24181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2" name="Google Shape;24182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3" name="Google Shape;24183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4" name="Google Shape;24184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5" name="Google Shape;24185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6" name="Google Shape;24186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7" name="Google Shape;24187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8" name="Google Shape;24188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9" name="Google Shape;24189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0" name="Google Shape;24190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1" name="Google Shape;24191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2" name="Google Shape;24192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3" name="Google Shape;24193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4" name="Google Shape;24194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5" name="Google Shape;24195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6" name="Google Shape;24196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7" name="Google Shape;24197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8" name="Google Shape;24198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9" name="Google Shape;24199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0" name="Google Shape;24200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1" name="Google Shape;24201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2" name="Google Shape;24202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3" name="Google Shape;24203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4" name="Google Shape;24204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5" name="Google Shape;24205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6" name="Google Shape;24206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7" name="Google Shape;24207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8" name="Google Shape;24208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9" name="Google Shape;24209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0" name="Google Shape;24210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1" name="Google Shape;24211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2" name="Google Shape;24212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3" name="Google Shape;24213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4" name="Google Shape;24214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5" name="Google Shape;24215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6" name="Google Shape;24216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7" name="Google Shape;24217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8" name="Google Shape;24218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9" name="Google Shape;24219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0" name="Google Shape;24220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1" name="Google Shape;24221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2" name="Google Shape;24222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3" name="Google Shape;24223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4" name="Google Shape;24224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5" name="Google Shape;24225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6" name="Google Shape;24226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7" name="Google Shape;24227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8" name="Google Shape;24228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9" name="Google Shape;24229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0" name="Google Shape;24230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1" name="Google Shape;24231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2" name="Google Shape;24232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3" name="Google Shape;24233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4" name="Google Shape;24234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5" name="Google Shape;24235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236" name="Google Shape;24236;p43"/>
            <p:cNvGrpSpPr/>
            <p:nvPr/>
          </p:nvGrpSpPr>
          <p:grpSpPr>
            <a:xfrm>
              <a:off x="109200" y="3523406"/>
              <a:ext cx="8925600" cy="33000"/>
              <a:chOff x="76200" y="76206"/>
              <a:chExt cx="8925600" cy="33000"/>
            </a:xfrm>
          </p:grpSpPr>
          <p:sp>
            <p:nvSpPr>
              <p:cNvPr id="24237" name="Google Shape;24237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8" name="Google Shape;24238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9" name="Google Shape;24239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0" name="Google Shape;24240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1" name="Google Shape;24241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2" name="Google Shape;24242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3" name="Google Shape;24243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4" name="Google Shape;24244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5" name="Google Shape;24245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6" name="Google Shape;24246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7" name="Google Shape;24247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8" name="Google Shape;24248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9" name="Google Shape;24249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0" name="Google Shape;24250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1" name="Google Shape;24251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2" name="Google Shape;24252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3" name="Google Shape;24253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4" name="Google Shape;24254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5" name="Google Shape;24255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6" name="Google Shape;24256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7" name="Google Shape;24257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8" name="Google Shape;24258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9" name="Google Shape;24259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0" name="Google Shape;24260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1" name="Google Shape;24261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2" name="Google Shape;24262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3" name="Google Shape;24263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4" name="Google Shape;24264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5" name="Google Shape;24265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6" name="Google Shape;24266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7" name="Google Shape;24267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8" name="Google Shape;24268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9" name="Google Shape;24269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0" name="Google Shape;24270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1" name="Google Shape;24271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2" name="Google Shape;24272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3" name="Google Shape;24273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4" name="Google Shape;24274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5" name="Google Shape;24275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6" name="Google Shape;24276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7" name="Google Shape;24277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8" name="Google Shape;24278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9" name="Google Shape;24279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0" name="Google Shape;24280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1" name="Google Shape;24281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2" name="Google Shape;24282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3" name="Google Shape;24283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4" name="Google Shape;24284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5" name="Google Shape;24285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6" name="Google Shape;24286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7" name="Google Shape;24287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8" name="Google Shape;24288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9" name="Google Shape;24289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0" name="Google Shape;24290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1" name="Google Shape;24291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2" name="Google Shape;24292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3" name="Google Shape;24293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4" name="Google Shape;24294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5" name="Google Shape;24295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6" name="Google Shape;24296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7" name="Google Shape;24297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8" name="Google Shape;24298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9" name="Google Shape;24299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0" name="Google Shape;24300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1" name="Google Shape;24301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2" name="Google Shape;24302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3" name="Google Shape;24303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4" name="Google Shape;24304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5" name="Google Shape;24305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6" name="Google Shape;24306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7" name="Google Shape;24307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8" name="Google Shape;24308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09" name="Google Shape;24309;p43"/>
            <p:cNvGrpSpPr/>
            <p:nvPr/>
          </p:nvGrpSpPr>
          <p:grpSpPr>
            <a:xfrm>
              <a:off x="109200" y="3634606"/>
              <a:ext cx="8925600" cy="33000"/>
              <a:chOff x="76200" y="76206"/>
              <a:chExt cx="8925600" cy="33000"/>
            </a:xfrm>
          </p:grpSpPr>
          <p:sp>
            <p:nvSpPr>
              <p:cNvPr id="24310" name="Google Shape;24310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1" name="Google Shape;24311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2" name="Google Shape;24312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3" name="Google Shape;24313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4" name="Google Shape;24314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5" name="Google Shape;24315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6" name="Google Shape;24316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7" name="Google Shape;24317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8" name="Google Shape;24318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9" name="Google Shape;24319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0" name="Google Shape;24320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1" name="Google Shape;24321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2" name="Google Shape;24322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3" name="Google Shape;24323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4" name="Google Shape;24324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5" name="Google Shape;24325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6" name="Google Shape;24326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7" name="Google Shape;24327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8" name="Google Shape;24328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9" name="Google Shape;24329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0" name="Google Shape;24330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1" name="Google Shape;24331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2" name="Google Shape;24332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3" name="Google Shape;24333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4" name="Google Shape;24334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5" name="Google Shape;24335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6" name="Google Shape;24336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7" name="Google Shape;24337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8" name="Google Shape;24338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9" name="Google Shape;24339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0" name="Google Shape;24340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1" name="Google Shape;24341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2" name="Google Shape;24342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3" name="Google Shape;24343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4" name="Google Shape;24344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5" name="Google Shape;24345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6" name="Google Shape;24346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7" name="Google Shape;24347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8" name="Google Shape;24348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9" name="Google Shape;24349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0" name="Google Shape;24350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1" name="Google Shape;24351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2" name="Google Shape;24352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3" name="Google Shape;24353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4" name="Google Shape;24354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5" name="Google Shape;24355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6" name="Google Shape;24356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7" name="Google Shape;24357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8" name="Google Shape;24358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9" name="Google Shape;24359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0" name="Google Shape;24360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1" name="Google Shape;24361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2" name="Google Shape;24362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3" name="Google Shape;24363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4" name="Google Shape;24364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5" name="Google Shape;24365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6" name="Google Shape;24366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7" name="Google Shape;24367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8" name="Google Shape;24368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9" name="Google Shape;24369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0" name="Google Shape;24370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1" name="Google Shape;24371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2" name="Google Shape;24372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3" name="Google Shape;24373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4" name="Google Shape;24374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5" name="Google Shape;24375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6" name="Google Shape;24376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7" name="Google Shape;24377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8" name="Google Shape;24378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9" name="Google Shape;24379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0" name="Google Shape;24380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1" name="Google Shape;24381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82" name="Google Shape;24382;p43"/>
            <p:cNvGrpSpPr/>
            <p:nvPr/>
          </p:nvGrpSpPr>
          <p:grpSpPr>
            <a:xfrm>
              <a:off x="109200" y="3745806"/>
              <a:ext cx="8925600" cy="33000"/>
              <a:chOff x="76200" y="76206"/>
              <a:chExt cx="8925600" cy="33000"/>
            </a:xfrm>
          </p:grpSpPr>
          <p:sp>
            <p:nvSpPr>
              <p:cNvPr id="24383" name="Google Shape;24383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4" name="Google Shape;24384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5" name="Google Shape;24385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6" name="Google Shape;24386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7" name="Google Shape;24387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8" name="Google Shape;24388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9" name="Google Shape;24389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0" name="Google Shape;24390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1" name="Google Shape;24391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2" name="Google Shape;24392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3" name="Google Shape;24393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4" name="Google Shape;24394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5" name="Google Shape;24395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6" name="Google Shape;24396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7" name="Google Shape;24397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8" name="Google Shape;24398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9" name="Google Shape;24399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0" name="Google Shape;24400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1" name="Google Shape;24401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2" name="Google Shape;24402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3" name="Google Shape;24403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4" name="Google Shape;24404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5" name="Google Shape;24405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6" name="Google Shape;24406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7" name="Google Shape;24407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8" name="Google Shape;24408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9" name="Google Shape;24409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0" name="Google Shape;24410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1" name="Google Shape;24411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2" name="Google Shape;24412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3" name="Google Shape;24413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4" name="Google Shape;24414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5" name="Google Shape;24415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6" name="Google Shape;24416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7" name="Google Shape;24417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8" name="Google Shape;24418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9" name="Google Shape;24419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0" name="Google Shape;24420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1" name="Google Shape;24421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2" name="Google Shape;24422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3" name="Google Shape;24423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4" name="Google Shape;24424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5" name="Google Shape;24425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6" name="Google Shape;24426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7" name="Google Shape;24427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8" name="Google Shape;24428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9" name="Google Shape;24429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0" name="Google Shape;24430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1" name="Google Shape;24431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2" name="Google Shape;24432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3" name="Google Shape;24433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4" name="Google Shape;24434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5" name="Google Shape;24435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6" name="Google Shape;24436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7" name="Google Shape;24437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8" name="Google Shape;24438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9" name="Google Shape;24439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0" name="Google Shape;24440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1" name="Google Shape;24441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2" name="Google Shape;24442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3" name="Google Shape;24443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4" name="Google Shape;24444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5" name="Google Shape;24445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6" name="Google Shape;24446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7" name="Google Shape;24447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8" name="Google Shape;24448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9" name="Google Shape;24449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0" name="Google Shape;24450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1" name="Google Shape;24451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2" name="Google Shape;24452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3" name="Google Shape;24453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4" name="Google Shape;24454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55" name="Google Shape;24455;p43"/>
            <p:cNvGrpSpPr/>
            <p:nvPr/>
          </p:nvGrpSpPr>
          <p:grpSpPr>
            <a:xfrm>
              <a:off x="109200" y="3857006"/>
              <a:ext cx="8925600" cy="33000"/>
              <a:chOff x="76200" y="76206"/>
              <a:chExt cx="8925600" cy="33000"/>
            </a:xfrm>
          </p:grpSpPr>
          <p:sp>
            <p:nvSpPr>
              <p:cNvPr id="24456" name="Google Shape;24456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7" name="Google Shape;24457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8" name="Google Shape;24458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9" name="Google Shape;24459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0" name="Google Shape;24460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1" name="Google Shape;24461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2" name="Google Shape;24462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3" name="Google Shape;24463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4" name="Google Shape;24464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5" name="Google Shape;24465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6" name="Google Shape;24466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7" name="Google Shape;24467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8" name="Google Shape;24468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9" name="Google Shape;24469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0" name="Google Shape;24470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1" name="Google Shape;24471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2" name="Google Shape;24472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3" name="Google Shape;24473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4" name="Google Shape;24474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5" name="Google Shape;24475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6" name="Google Shape;24476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7" name="Google Shape;24477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8" name="Google Shape;24478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9" name="Google Shape;24479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0" name="Google Shape;24480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1" name="Google Shape;24481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2" name="Google Shape;24482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3" name="Google Shape;24483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4" name="Google Shape;24484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5" name="Google Shape;24485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6" name="Google Shape;24486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7" name="Google Shape;24487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8" name="Google Shape;24488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9" name="Google Shape;24489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0" name="Google Shape;24490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1" name="Google Shape;24491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2" name="Google Shape;24492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3" name="Google Shape;24493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4" name="Google Shape;24494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5" name="Google Shape;24495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6" name="Google Shape;24496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7" name="Google Shape;24497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8" name="Google Shape;24498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9" name="Google Shape;24499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0" name="Google Shape;24500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1" name="Google Shape;24501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2" name="Google Shape;24502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3" name="Google Shape;24503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4" name="Google Shape;24504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5" name="Google Shape;24505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6" name="Google Shape;24506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7" name="Google Shape;24507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8" name="Google Shape;24508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9" name="Google Shape;24509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0" name="Google Shape;24510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1" name="Google Shape;24511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2" name="Google Shape;24512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3" name="Google Shape;24513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4" name="Google Shape;24514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5" name="Google Shape;24515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6" name="Google Shape;24516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7" name="Google Shape;24517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8" name="Google Shape;24518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9" name="Google Shape;24519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0" name="Google Shape;24520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1" name="Google Shape;24521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2" name="Google Shape;24522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3" name="Google Shape;24523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4" name="Google Shape;24524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5" name="Google Shape;24525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6" name="Google Shape;24526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7" name="Google Shape;24527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528" name="Google Shape;24528;p43"/>
            <p:cNvGrpSpPr/>
            <p:nvPr/>
          </p:nvGrpSpPr>
          <p:grpSpPr>
            <a:xfrm>
              <a:off x="109200" y="3968206"/>
              <a:ext cx="8925600" cy="33000"/>
              <a:chOff x="76200" y="76206"/>
              <a:chExt cx="8925600" cy="33000"/>
            </a:xfrm>
          </p:grpSpPr>
          <p:sp>
            <p:nvSpPr>
              <p:cNvPr id="24529" name="Google Shape;24529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0" name="Google Shape;24530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1" name="Google Shape;24531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2" name="Google Shape;24532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3" name="Google Shape;24533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4" name="Google Shape;24534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5" name="Google Shape;24535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6" name="Google Shape;24536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7" name="Google Shape;24537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8" name="Google Shape;24538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9" name="Google Shape;24539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0" name="Google Shape;24540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1" name="Google Shape;24541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2" name="Google Shape;24542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3" name="Google Shape;24543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4" name="Google Shape;24544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5" name="Google Shape;24545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6" name="Google Shape;24546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7" name="Google Shape;24547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8" name="Google Shape;24548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9" name="Google Shape;24549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0" name="Google Shape;24550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1" name="Google Shape;24551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2" name="Google Shape;24552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3" name="Google Shape;24553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4" name="Google Shape;24554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5" name="Google Shape;24555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6" name="Google Shape;24556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7" name="Google Shape;24557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8" name="Google Shape;24558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9" name="Google Shape;24559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0" name="Google Shape;24560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1" name="Google Shape;24561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2" name="Google Shape;24562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3" name="Google Shape;24563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4" name="Google Shape;24564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5" name="Google Shape;24565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6" name="Google Shape;24566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7" name="Google Shape;24567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8" name="Google Shape;24568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9" name="Google Shape;24569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0" name="Google Shape;24570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1" name="Google Shape;24571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2" name="Google Shape;24572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3" name="Google Shape;24573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4" name="Google Shape;24574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5" name="Google Shape;24575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6" name="Google Shape;24576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7" name="Google Shape;24577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8" name="Google Shape;24578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9" name="Google Shape;24579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0" name="Google Shape;24580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1" name="Google Shape;24581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2" name="Google Shape;24582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3" name="Google Shape;24583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4" name="Google Shape;24584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5" name="Google Shape;24585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6" name="Google Shape;24586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7" name="Google Shape;24587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8" name="Google Shape;24588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9" name="Google Shape;24589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0" name="Google Shape;24590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1" name="Google Shape;24591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2" name="Google Shape;24592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3" name="Google Shape;24593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4" name="Google Shape;24594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5" name="Google Shape;24595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6" name="Google Shape;24596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7" name="Google Shape;24597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8" name="Google Shape;24598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9" name="Google Shape;24599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0" name="Google Shape;24600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601" name="Google Shape;24601;p43"/>
            <p:cNvGrpSpPr/>
            <p:nvPr/>
          </p:nvGrpSpPr>
          <p:grpSpPr>
            <a:xfrm>
              <a:off x="109200" y="4079406"/>
              <a:ext cx="8925600" cy="33000"/>
              <a:chOff x="76200" y="76206"/>
              <a:chExt cx="8925600" cy="33000"/>
            </a:xfrm>
          </p:grpSpPr>
          <p:sp>
            <p:nvSpPr>
              <p:cNvPr id="24602" name="Google Shape;24602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3" name="Google Shape;24603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4" name="Google Shape;24604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5" name="Google Shape;24605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6" name="Google Shape;24606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7" name="Google Shape;24607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8" name="Google Shape;24608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9" name="Google Shape;24609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0" name="Google Shape;24610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1" name="Google Shape;24611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2" name="Google Shape;24612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3" name="Google Shape;24613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4" name="Google Shape;24614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5" name="Google Shape;24615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6" name="Google Shape;24616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7" name="Google Shape;24617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8" name="Google Shape;24618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9" name="Google Shape;24619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0" name="Google Shape;24620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1" name="Google Shape;24621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2" name="Google Shape;24622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3" name="Google Shape;24623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4" name="Google Shape;24624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5" name="Google Shape;24625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6" name="Google Shape;24626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7" name="Google Shape;24627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8" name="Google Shape;24628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9" name="Google Shape;24629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0" name="Google Shape;24630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1" name="Google Shape;24631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2" name="Google Shape;24632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3" name="Google Shape;24633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4" name="Google Shape;24634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5" name="Google Shape;24635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6" name="Google Shape;24636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7" name="Google Shape;24637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8" name="Google Shape;24638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9" name="Google Shape;24639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0" name="Google Shape;24640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1" name="Google Shape;24641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2" name="Google Shape;24642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3" name="Google Shape;24643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4" name="Google Shape;24644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5" name="Google Shape;24645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6" name="Google Shape;24646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7" name="Google Shape;24647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8" name="Google Shape;24648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9" name="Google Shape;24649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0" name="Google Shape;24650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1" name="Google Shape;24651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2" name="Google Shape;24652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3" name="Google Shape;24653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4" name="Google Shape;24654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5" name="Google Shape;24655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6" name="Google Shape;24656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7" name="Google Shape;24657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8" name="Google Shape;24658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9" name="Google Shape;24659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0" name="Google Shape;24660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1" name="Google Shape;24661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2" name="Google Shape;24662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3" name="Google Shape;24663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4" name="Google Shape;24664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5" name="Google Shape;24665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6" name="Google Shape;24666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7" name="Google Shape;24667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8" name="Google Shape;24668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9" name="Google Shape;24669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0" name="Google Shape;24670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1" name="Google Shape;24671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2" name="Google Shape;24672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3" name="Google Shape;24673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674" name="Google Shape;24674;p43"/>
            <p:cNvGrpSpPr/>
            <p:nvPr/>
          </p:nvGrpSpPr>
          <p:grpSpPr>
            <a:xfrm>
              <a:off x="109200" y="4190606"/>
              <a:ext cx="8925600" cy="33000"/>
              <a:chOff x="76200" y="76206"/>
              <a:chExt cx="8925600" cy="33000"/>
            </a:xfrm>
          </p:grpSpPr>
          <p:sp>
            <p:nvSpPr>
              <p:cNvPr id="24675" name="Google Shape;24675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6" name="Google Shape;24676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7" name="Google Shape;24677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8" name="Google Shape;24678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9" name="Google Shape;24679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0" name="Google Shape;24680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1" name="Google Shape;24681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2" name="Google Shape;24682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3" name="Google Shape;24683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4" name="Google Shape;24684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5" name="Google Shape;24685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6" name="Google Shape;24686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7" name="Google Shape;24687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8" name="Google Shape;24688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9" name="Google Shape;24689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0" name="Google Shape;24690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1" name="Google Shape;24691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2" name="Google Shape;24692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3" name="Google Shape;24693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4" name="Google Shape;24694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5" name="Google Shape;24695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6" name="Google Shape;24696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7" name="Google Shape;24697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8" name="Google Shape;24698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9" name="Google Shape;24699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0" name="Google Shape;24700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1" name="Google Shape;24701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2" name="Google Shape;24702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3" name="Google Shape;24703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4" name="Google Shape;24704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5" name="Google Shape;24705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6" name="Google Shape;24706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7" name="Google Shape;24707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8" name="Google Shape;24708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9" name="Google Shape;24709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0" name="Google Shape;24710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1" name="Google Shape;24711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2" name="Google Shape;24712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3" name="Google Shape;24713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4" name="Google Shape;24714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5" name="Google Shape;24715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6" name="Google Shape;24716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7" name="Google Shape;24717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8" name="Google Shape;24718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9" name="Google Shape;24719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0" name="Google Shape;24720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1" name="Google Shape;24721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2" name="Google Shape;24722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3" name="Google Shape;24723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4" name="Google Shape;24724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5" name="Google Shape;24725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6" name="Google Shape;24726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7" name="Google Shape;24727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8" name="Google Shape;24728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9" name="Google Shape;24729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0" name="Google Shape;24730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1" name="Google Shape;24731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2" name="Google Shape;24732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3" name="Google Shape;24733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4" name="Google Shape;24734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5" name="Google Shape;24735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6" name="Google Shape;24736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7" name="Google Shape;24737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8" name="Google Shape;24738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9" name="Google Shape;24739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0" name="Google Shape;24740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1" name="Google Shape;24741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2" name="Google Shape;24742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3" name="Google Shape;24743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4" name="Google Shape;24744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5" name="Google Shape;24745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6" name="Google Shape;24746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47" name="Google Shape;24747;p43"/>
            <p:cNvGrpSpPr/>
            <p:nvPr/>
          </p:nvGrpSpPr>
          <p:grpSpPr>
            <a:xfrm>
              <a:off x="109200" y="4301806"/>
              <a:ext cx="8925600" cy="33000"/>
              <a:chOff x="76200" y="76206"/>
              <a:chExt cx="8925600" cy="33000"/>
            </a:xfrm>
          </p:grpSpPr>
          <p:sp>
            <p:nvSpPr>
              <p:cNvPr id="24748" name="Google Shape;24748;p43"/>
              <p:cNvSpPr/>
              <p:nvPr/>
            </p:nvSpPr>
            <p:spPr>
              <a:xfrm>
                <a:off x="762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9" name="Google Shape;24749;p43"/>
              <p:cNvSpPr/>
              <p:nvPr/>
            </p:nvSpPr>
            <p:spPr>
              <a:xfrm>
                <a:off x="2014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0" name="Google Shape;24750;p43"/>
              <p:cNvSpPr/>
              <p:nvPr/>
            </p:nvSpPr>
            <p:spPr>
              <a:xfrm>
                <a:off x="3266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1" name="Google Shape;24751;p43"/>
              <p:cNvSpPr/>
              <p:nvPr/>
            </p:nvSpPr>
            <p:spPr>
              <a:xfrm>
                <a:off x="4519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2" name="Google Shape;24752;p43"/>
              <p:cNvSpPr/>
              <p:nvPr/>
            </p:nvSpPr>
            <p:spPr>
              <a:xfrm>
                <a:off x="5771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3" name="Google Shape;24753;p43"/>
              <p:cNvSpPr/>
              <p:nvPr/>
            </p:nvSpPr>
            <p:spPr>
              <a:xfrm>
                <a:off x="7024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4" name="Google Shape;24754;p43"/>
              <p:cNvSpPr/>
              <p:nvPr/>
            </p:nvSpPr>
            <p:spPr>
              <a:xfrm>
                <a:off x="8276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5" name="Google Shape;24755;p43"/>
              <p:cNvSpPr/>
              <p:nvPr/>
            </p:nvSpPr>
            <p:spPr>
              <a:xfrm>
                <a:off x="9529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6" name="Google Shape;24756;p43"/>
              <p:cNvSpPr/>
              <p:nvPr/>
            </p:nvSpPr>
            <p:spPr>
              <a:xfrm>
                <a:off x="10781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7" name="Google Shape;24757;p43"/>
              <p:cNvSpPr/>
              <p:nvPr/>
            </p:nvSpPr>
            <p:spPr>
              <a:xfrm>
                <a:off x="12034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8" name="Google Shape;24758;p43"/>
              <p:cNvSpPr/>
              <p:nvPr/>
            </p:nvSpPr>
            <p:spPr>
              <a:xfrm>
                <a:off x="13286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9" name="Google Shape;24759;p43"/>
              <p:cNvSpPr/>
              <p:nvPr/>
            </p:nvSpPr>
            <p:spPr>
              <a:xfrm>
                <a:off x="14538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0" name="Google Shape;24760;p43"/>
              <p:cNvSpPr/>
              <p:nvPr/>
            </p:nvSpPr>
            <p:spPr>
              <a:xfrm>
                <a:off x="15791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1" name="Google Shape;24761;p43"/>
              <p:cNvSpPr/>
              <p:nvPr/>
            </p:nvSpPr>
            <p:spPr>
              <a:xfrm>
                <a:off x="17043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2" name="Google Shape;24762;p43"/>
              <p:cNvSpPr/>
              <p:nvPr/>
            </p:nvSpPr>
            <p:spPr>
              <a:xfrm>
                <a:off x="18296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3" name="Google Shape;24763;p43"/>
              <p:cNvSpPr/>
              <p:nvPr/>
            </p:nvSpPr>
            <p:spPr>
              <a:xfrm>
                <a:off x="19548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4" name="Google Shape;24764;p43"/>
              <p:cNvSpPr/>
              <p:nvPr/>
            </p:nvSpPr>
            <p:spPr>
              <a:xfrm>
                <a:off x="20801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5" name="Google Shape;24765;p43"/>
              <p:cNvSpPr/>
              <p:nvPr/>
            </p:nvSpPr>
            <p:spPr>
              <a:xfrm>
                <a:off x="22053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6" name="Google Shape;24766;p43"/>
              <p:cNvSpPr/>
              <p:nvPr/>
            </p:nvSpPr>
            <p:spPr>
              <a:xfrm>
                <a:off x="23306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7" name="Google Shape;24767;p43"/>
              <p:cNvSpPr/>
              <p:nvPr/>
            </p:nvSpPr>
            <p:spPr>
              <a:xfrm>
                <a:off x="2455844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8" name="Google Shape;24768;p43"/>
              <p:cNvSpPr/>
              <p:nvPr/>
            </p:nvSpPr>
            <p:spPr>
              <a:xfrm>
                <a:off x="2581089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9" name="Google Shape;24769;p43"/>
              <p:cNvSpPr/>
              <p:nvPr/>
            </p:nvSpPr>
            <p:spPr>
              <a:xfrm>
                <a:off x="2706333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0" name="Google Shape;24770;p43"/>
              <p:cNvSpPr/>
              <p:nvPr/>
            </p:nvSpPr>
            <p:spPr>
              <a:xfrm>
                <a:off x="2831578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1" name="Google Shape;24771;p43"/>
              <p:cNvSpPr/>
              <p:nvPr/>
            </p:nvSpPr>
            <p:spPr>
              <a:xfrm>
                <a:off x="2956822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2" name="Google Shape;24772;p43"/>
              <p:cNvSpPr/>
              <p:nvPr/>
            </p:nvSpPr>
            <p:spPr>
              <a:xfrm>
                <a:off x="3082067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3" name="Google Shape;24773;p43"/>
              <p:cNvSpPr/>
              <p:nvPr/>
            </p:nvSpPr>
            <p:spPr>
              <a:xfrm>
                <a:off x="3207311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4" name="Google Shape;24774;p43"/>
              <p:cNvSpPr/>
              <p:nvPr/>
            </p:nvSpPr>
            <p:spPr>
              <a:xfrm>
                <a:off x="3332556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5" name="Google Shape;24775;p43"/>
              <p:cNvSpPr/>
              <p:nvPr/>
            </p:nvSpPr>
            <p:spPr>
              <a:xfrm>
                <a:off x="345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6" name="Google Shape;24776;p43"/>
              <p:cNvSpPr/>
              <p:nvPr/>
            </p:nvSpPr>
            <p:spPr>
              <a:xfrm>
                <a:off x="358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7" name="Google Shape;24777;p43"/>
              <p:cNvSpPr/>
              <p:nvPr/>
            </p:nvSpPr>
            <p:spPr>
              <a:xfrm>
                <a:off x="370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8" name="Google Shape;24778;p43"/>
              <p:cNvSpPr/>
              <p:nvPr/>
            </p:nvSpPr>
            <p:spPr>
              <a:xfrm>
                <a:off x="383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9" name="Google Shape;24779;p43"/>
              <p:cNvSpPr/>
              <p:nvPr/>
            </p:nvSpPr>
            <p:spPr>
              <a:xfrm>
                <a:off x="395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0" name="Google Shape;24780;p43"/>
              <p:cNvSpPr/>
              <p:nvPr/>
            </p:nvSpPr>
            <p:spPr>
              <a:xfrm>
                <a:off x="4084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1" name="Google Shape;24781;p43"/>
              <p:cNvSpPr/>
              <p:nvPr/>
            </p:nvSpPr>
            <p:spPr>
              <a:xfrm>
                <a:off x="4209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2" name="Google Shape;24782;p43"/>
              <p:cNvSpPr/>
              <p:nvPr/>
            </p:nvSpPr>
            <p:spPr>
              <a:xfrm>
                <a:off x="4334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3" name="Google Shape;24783;p43"/>
              <p:cNvSpPr/>
              <p:nvPr/>
            </p:nvSpPr>
            <p:spPr>
              <a:xfrm>
                <a:off x="4459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4" name="Google Shape;24784;p43"/>
              <p:cNvSpPr/>
              <p:nvPr/>
            </p:nvSpPr>
            <p:spPr>
              <a:xfrm>
                <a:off x="4585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5" name="Google Shape;24785;p43"/>
              <p:cNvSpPr/>
              <p:nvPr/>
            </p:nvSpPr>
            <p:spPr>
              <a:xfrm>
                <a:off x="4710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6" name="Google Shape;24786;p43"/>
              <p:cNvSpPr/>
              <p:nvPr/>
            </p:nvSpPr>
            <p:spPr>
              <a:xfrm>
                <a:off x="4835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7" name="Google Shape;24787;p43"/>
              <p:cNvSpPr/>
              <p:nvPr/>
            </p:nvSpPr>
            <p:spPr>
              <a:xfrm>
                <a:off x="4960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8" name="Google Shape;24788;p43"/>
              <p:cNvSpPr/>
              <p:nvPr/>
            </p:nvSpPr>
            <p:spPr>
              <a:xfrm>
                <a:off x="5086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9" name="Google Shape;24789;p43"/>
              <p:cNvSpPr/>
              <p:nvPr/>
            </p:nvSpPr>
            <p:spPr>
              <a:xfrm>
                <a:off x="5211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0" name="Google Shape;24790;p43"/>
              <p:cNvSpPr/>
              <p:nvPr/>
            </p:nvSpPr>
            <p:spPr>
              <a:xfrm>
                <a:off x="5336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1" name="Google Shape;24791;p43"/>
              <p:cNvSpPr/>
              <p:nvPr/>
            </p:nvSpPr>
            <p:spPr>
              <a:xfrm>
                <a:off x="5461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2" name="Google Shape;24792;p43"/>
              <p:cNvSpPr/>
              <p:nvPr/>
            </p:nvSpPr>
            <p:spPr>
              <a:xfrm>
                <a:off x="5587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3" name="Google Shape;24793;p43"/>
              <p:cNvSpPr/>
              <p:nvPr/>
            </p:nvSpPr>
            <p:spPr>
              <a:xfrm>
                <a:off x="5712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4" name="Google Shape;24794;p43"/>
              <p:cNvSpPr/>
              <p:nvPr/>
            </p:nvSpPr>
            <p:spPr>
              <a:xfrm>
                <a:off x="5837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5" name="Google Shape;24795;p43"/>
              <p:cNvSpPr/>
              <p:nvPr/>
            </p:nvSpPr>
            <p:spPr>
              <a:xfrm>
                <a:off x="5962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6" name="Google Shape;24796;p43"/>
              <p:cNvSpPr/>
              <p:nvPr/>
            </p:nvSpPr>
            <p:spPr>
              <a:xfrm>
                <a:off x="6088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7" name="Google Shape;24797;p43"/>
              <p:cNvSpPr/>
              <p:nvPr/>
            </p:nvSpPr>
            <p:spPr>
              <a:xfrm>
                <a:off x="6213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8" name="Google Shape;24798;p43"/>
              <p:cNvSpPr/>
              <p:nvPr/>
            </p:nvSpPr>
            <p:spPr>
              <a:xfrm>
                <a:off x="6338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9" name="Google Shape;24799;p43"/>
              <p:cNvSpPr/>
              <p:nvPr/>
            </p:nvSpPr>
            <p:spPr>
              <a:xfrm>
                <a:off x="6463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0" name="Google Shape;24800;p43"/>
              <p:cNvSpPr/>
              <p:nvPr/>
            </p:nvSpPr>
            <p:spPr>
              <a:xfrm>
                <a:off x="6589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1" name="Google Shape;24801;p43"/>
              <p:cNvSpPr/>
              <p:nvPr/>
            </p:nvSpPr>
            <p:spPr>
              <a:xfrm>
                <a:off x="6714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2" name="Google Shape;24802;p43"/>
              <p:cNvSpPr/>
              <p:nvPr/>
            </p:nvSpPr>
            <p:spPr>
              <a:xfrm>
                <a:off x="6839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3" name="Google Shape;24803;p43"/>
              <p:cNvSpPr/>
              <p:nvPr/>
            </p:nvSpPr>
            <p:spPr>
              <a:xfrm>
                <a:off x="6964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4" name="Google Shape;24804;p43"/>
              <p:cNvSpPr/>
              <p:nvPr/>
            </p:nvSpPr>
            <p:spPr>
              <a:xfrm>
                <a:off x="7090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5" name="Google Shape;24805;p43"/>
              <p:cNvSpPr/>
              <p:nvPr/>
            </p:nvSpPr>
            <p:spPr>
              <a:xfrm>
                <a:off x="7215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6" name="Google Shape;24806;p43"/>
              <p:cNvSpPr/>
              <p:nvPr/>
            </p:nvSpPr>
            <p:spPr>
              <a:xfrm>
                <a:off x="7340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7" name="Google Shape;24807;p43"/>
              <p:cNvSpPr/>
              <p:nvPr/>
            </p:nvSpPr>
            <p:spPr>
              <a:xfrm>
                <a:off x="7465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8" name="Google Shape;24808;p43"/>
              <p:cNvSpPr/>
              <p:nvPr/>
            </p:nvSpPr>
            <p:spPr>
              <a:xfrm>
                <a:off x="7591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9" name="Google Shape;24809;p43"/>
              <p:cNvSpPr/>
              <p:nvPr/>
            </p:nvSpPr>
            <p:spPr>
              <a:xfrm>
                <a:off x="7716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0" name="Google Shape;24810;p43"/>
              <p:cNvSpPr/>
              <p:nvPr/>
            </p:nvSpPr>
            <p:spPr>
              <a:xfrm>
                <a:off x="7841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1" name="Google Shape;24811;p43"/>
              <p:cNvSpPr/>
              <p:nvPr/>
            </p:nvSpPr>
            <p:spPr>
              <a:xfrm>
                <a:off x="7966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2" name="Google Shape;24812;p43"/>
              <p:cNvSpPr/>
              <p:nvPr/>
            </p:nvSpPr>
            <p:spPr>
              <a:xfrm>
                <a:off x="8092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3" name="Google Shape;24813;p43"/>
              <p:cNvSpPr/>
              <p:nvPr/>
            </p:nvSpPr>
            <p:spPr>
              <a:xfrm>
                <a:off x="8217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4" name="Google Shape;24814;p43"/>
              <p:cNvSpPr/>
              <p:nvPr/>
            </p:nvSpPr>
            <p:spPr>
              <a:xfrm>
                <a:off x="8342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5" name="Google Shape;24815;p43"/>
              <p:cNvSpPr/>
              <p:nvPr/>
            </p:nvSpPr>
            <p:spPr>
              <a:xfrm>
                <a:off x="8467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6" name="Google Shape;24816;p43"/>
              <p:cNvSpPr/>
              <p:nvPr/>
            </p:nvSpPr>
            <p:spPr>
              <a:xfrm>
                <a:off x="85930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7" name="Google Shape;24817;p43"/>
              <p:cNvSpPr/>
              <p:nvPr/>
            </p:nvSpPr>
            <p:spPr>
              <a:xfrm>
                <a:off x="87183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8" name="Google Shape;24818;p43"/>
              <p:cNvSpPr/>
              <p:nvPr/>
            </p:nvSpPr>
            <p:spPr>
              <a:xfrm>
                <a:off x="884355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9" name="Google Shape;24819;p43"/>
              <p:cNvSpPr/>
              <p:nvPr/>
            </p:nvSpPr>
            <p:spPr>
              <a:xfrm>
                <a:off x="8968800" y="76206"/>
                <a:ext cx="33000" cy="33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820" name="Google Shape;24820;p43"/>
          <p:cNvGrpSpPr/>
          <p:nvPr/>
        </p:nvGrpSpPr>
        <p:grpSpPr>
          <a:xfrm>
            <a:off x="8320098" y="4866112"/>
            <a:ext cx="510133" cy="78484"/>
            <a:chOff x="3521300" y="154525"/>
            <a:chExt cx="1256175" cy="193500"/>
          </a:xfrm>
        </p:grpSpPr>
        <p:sp>
          <p:nvSpPr>
            <p:cNvPr id="24821" name="Google Shape;24821;p43"/>
            <p:cNvSpPr/>
            <p:nvPr/>
          </p:nvSpPr>
          <p:spPr>
            <a:xfrm>
              <a:off x="3521300" y="154525"/>
              <a:ext cx="193500" cy="19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2" name="Google Shape;24822;p43"/>
            <p:cNvSpPr/>
            <p:nvPr/>
          </p:nvSpPr>
          <p:spPr>
            <a:xfrm>
              <a:off x="3875525" y="154525"/>
              <a:ext cx="193500" cy="19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3" name="Google Shape;24823;p43"/>
            <p:cNvSpPr/>
            <p:nvPr/>
          </p:nvSpPr>
          <p:spPr>
            <a:xfrm>
              <a:off x="4229750" y="154525"/>
              <a:ext cx="193500" cy="193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4" name="Google Shape;24824;p43"/>
            <p:cNvSpPr/>
            <p:nvPr/>
          </p:nvSpPr>
          <p:spPr>
            <a:xfrm>
              <a:off x="4583975" y="154525"/>
              <a:ext cx="193500" cy="193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spTree>
      <p:nvGrpSpPr>
        <p:cNvPr id="1" name="Shape 24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26" name="Google Shape;24826;p44"/>
          <p:cNvGrpSpPr/>
          <p:nvPr/>
        </p:nvGrpSpPr>
        <p:grpSpPr>
          <a:xfrm>
            <a:off x="313503" y="376409"/>
            <a:ext cx="8516819" cy="562035"/>
            <a:chOff x="313503" y="376409"/>
            <a:chExt cx="8516819" cy="562035"/>
          </a:xfrm>
        </p:grpSpPr>
        <p:sp>
          <p:nvSpPr>
            <p:cNvPr id="24827" name="Google Shape;24827;p44"/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8" name="Google Shape;24828;p44"/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9" name="Google Shape;24829;p44"/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0" name="Google Shape;24830;p44"/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1" name="Google Shape;24831;p44"/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2" name="Google Shape;24832;p44"/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3" name="Google Shape;24833;p44"/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4" name="Google Shape;24834;p44"/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5" name="Google Shape;24835;p44"/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6" name="Google Shape;24836;p44"/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7" name="Google Shape;24837;p44"/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8" name="Google Shape;24838;p44"/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9" name="Google Shape;24839;p44"/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0" name="Google Shape;24840;p44"/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1" name="Google Shape;24841;p44"/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2" name="Google Shape;24842;p44"/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3" name="Google Shape;24843;p44"/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4" name="Google Shape;24844;p44"/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5" name="Google Shape;24845;p44"/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6" name="Google Shape;24846;p44"/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7" name="Google Shape;24847;p44"/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8" name="Google Shape;24848;p44"/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9" name="Google Shape;24849;p44"/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0" name="Google Shape;24850;p44"/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1" name="Google Shape;24851;p44"/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2" name="Google Shape;24852;p44"/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3" name="Google Shape;24853;p44"/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4" name="Google Shape;24854;p44"/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5" name="Google Shape;24855;p44"/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6" name="Google Shape;24856;p44"/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7" name="Google Shape;24857;p44"/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8" name="Google Shape;24858;p44"/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9" name="Google Shape;24859;p44"/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0" name="Google Shape;24860;p44"/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1" name="Google Shape;24861;p44"/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2" name="Google Shape;24862;p44"/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3" name="Google Shape;24863;p44"/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4" name="Google Shape;24864;p44"/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5" name="Google Shape;24865;p44"/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6" name="Google Shape;24866;p44"/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7" name="Google Shape;24867;p44"/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8" name="Google Shape;24868;p44"/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9" name="Google Shape;24869;p44"/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0" name="Google Shape;24870;p44"/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1" name="Google Shape;24871;p44"/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2" name="Google Shape;24872;p44"/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3" name="Google Shape;24873;p44"/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4" name="Google Shape;24874;p44"/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_1">
    <p:spTree>
      <p:nvGrpSpPr>
        <p:cNvPr id="1" name="Shape 24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76" name="Google Shape;24876;p45"/>
          <p:cNvGrpSpPr/>
          <p:nvPr/>
        </p:nvGrpSpPr>
        <p:grpSpPr>
          <a:xfrm>
            <a:off x="313503" y="540001"/>
            <a:ext cx="8516819" cy="4063568"/>
            <a:chOff x="313503" y="540001"/>
            <a:chExt cx="8516819" cy="4063568"/>
          </a:xfrm>
        </p:grpSpPr>
        <p:sp>
          <p:nvSpPr>
            <p:cNvPr id="24877" name="Google Shape;24877;p45"/>
            <p:cNvSpPr/>
            <p:nvPr/>
          </p:nvSpPr>
          <p:spPr>
            <a:xfrm>
              <a:off x="313503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8" name="Google Shape;24878;p45"/>
            <p:cNvSpPr/>
            <p:nvPr/>
          </p:nvSpPr>
          <p:spPr>
            <a:xfrm>
              <a:off x="433011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9" name="Google Shape;24879;p45"/>
            <p:cNvSpPr/>
            <p:nvPr/>
          </p:nvSpPr>
          <p:spPr>
            <a:xfrm>
              <a:off x="552519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0" name="Google Shape;24880;p45"/>
            <p:cNvSpPr/>
            <p:nvPr/>
          </p:nvSpPr>
          <p:spPr>
            <a:xfrm>
              <a:off x="672027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1" name="Google Shape;24881;p45"/>
            <p:cNvSpPr/>
            <p:nvPr/>
          </p:nvSpPr>
          <p:spPr>
            <a:xfrm>
              <a:off x="791536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2" name="Google Shape;24882;p45"/>
            <p:cNvSpPr/>
            <p:nvPr/>
          </p:nvSpPr>
          <p:spPr>
            <a:xfrm>
              <a:off x="911044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3" name="Google Shape;24883;p45"/>
            <p:cNvSpPr/>
            <p:nvPr/>
          </p:nvSpPr>
          <p:spPr>
            <a:xfrm>
              <a:off x="1030552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4" name="Google Shape;24884;p45"/>
            <p:cNvSpPr/>
            <p:nvPr/>
          </p:nvSpPr>
          <p:spPr>
            <a:xfrm>
              <a:off x="8201254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5" name="Google Shape;24885;p45"/>
            <p:cNvSpPr/>
            <p:nvPr/>
          </p:nvSpPr>
          <p:spPr>
            <a:xfrm>
              <a:off x="8320767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6" name="Google Shape;24886;p45"/>
            <p:cNvSpPr/>
            <p:nvPr/>
          </p:nvSpPr>
          <p:spPr>
            <a:xfrm>
              <a:off x="8440281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7" name="Google Shape;24887;p45"/>
            <p:cNvSpPr/>
            <p:nvPr/>
          </p:nvSpPr>
          <p:spPr>
            <a:xfrm>
              <a:off x="8559794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8" name="Google Shape;24888;p45"/>
            <p:cNvSpPr/>
            <p:nvPr/>
          </p:nvSpPr>
          <p:spPr>
            <a:xfrm>
              <a:off x="8679308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9" name="Google Shape;24889;p45"/>
            <p:cNvSpPr/>
            <p:nvPr/>
          </p:nvSpPr>
          <p:spPr>
            <a:xfrm>
              <a:off x="8798821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0" name="Google Shape;24890;p45"/>
            <p:cNvSpPr/>
            <p:nvPr/>
          </p:nvSpPr>
          <p:spPr>
            <a:xfrm>
              <a:off x="313503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1" name="Google Shape;24891;p45"/>
            <p:cNvSpPr/>
            <p:nvPr/>
          </p:nvSpPr>
          <p:spPr>
            <a:xfrm>
              <a:off x="433011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2" name="Google Shape;24892;p45"/>
            <p:cNvSpPr/>
            <p:nvPr/>
          </p:nvSpPr>
          <p:spPr>
            <a:xfrm>
              <a:off x="552519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3" name="Google Shape;24893;p45"/>
            <p:cNvSpPr/>
            <p:nvPr/>
          </p:nvSpPr>
          <p:spPr>
            <a:xfrm>
              <a:off x="672027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4" name="Google Shape;24894;p45"/>
            <p:cNvSpPr/>
            <p:nvPr/>
          </p:nvSpPr>
          <p:spPr>
            <a:xfrm>
              <a:off x="791536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5" name="Google Shape;24895;p45"/>
            <p:cNvSpPr/>
            <p:nvPr/>
          </p:nvSpPr>
          <p:spPr>
            <a:xfrm>
              <a:off x="911044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6" name="Google Shape;24896;p45"/>
            <p:cNvSpPr/>
            <p:nvPr/>
          </p:nvSpPr>
          <p:spPr>
            <a:xfrm>
              <a:off x="1030552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7" name="Google Shape;24897;p45"/>
            <p:cNvSpPr/>
            <p:nvPr/>
          </p:nvSpPr>
          <p:spPr>
            <a:xfrm>
              <a:off x="8201254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8" name="Google Shape;24898;p45"/>
            <p:cNvSpPr/>
            <p:nvPr/>
          </p:nvSpPr>
          <p:spPr>
            <a:xfrm>
              <a:off x="8320767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9" name="Google Shape;24899;p45"/>
            <p:cNvSpPr/>
            <p:nvPr/>
          </p:nvSpPr>
          <p:spPr>
            <a:xfrm>
              <a:off x="8440281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0" name="Google Shape;24900;p45"/>
            <p:cNvSpPr/>
            <p:nvPr/>
          </p:nvSpPr>
          <p:spPr>
            <a:xfrm>
              <a:off x="8559794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1" name="Google Shape;24901;p45"/>
            <p:cNvSpPr/>
            <p:nvPr/>
          </p:nvSpPr>
          <p:spPr>
            <a:xfrm>
              <a:off x="8679308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2" name="Google Shape;24902;p45"/>
            <p:cNvSpPr/>
            <p:nvPr/>
          </p:nvSpPr>
          <p:spPr>
            <a:xfrm>
              <a:off x="8798821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3" name="Google Shape;24903;p45"/>
            <p:cNvSpPr/>
            <p:nvPr/>
          </p:nvSpPr>
          <p:spPr>
            <a:xfrm>
              <a:off x="313503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4" name="Google Shape;24904;p45"/>
            <p:cNvSpPr/>
            <p:nvPr/>
          </p:nvSpPr>
          <p:spPr>
            <a:xfrm>
              <a:off x="433011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5" name="Google Shape;24905;p45"/>
            <p:cNvSpPr/>
            <p:nvPr/>
          </p:nvSpPr>
          <p:spPr>
            <a:xfrm>
              <a:off x="552519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6" name="Google Shape;24906;p45"/>
            <p:cNvSpPr/>
            <p:nvPr/>
          </p:nvSpPr>
          <p:spPr>
            <a:xfrm>
              <a:off x="672027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7" name="Google Shape;24907;p45"/>
            <p:cNvSpPr/>
            <p:nvPr/>
          </p:nvSpPr>
          <p:spPr>
            <a:xfrm>
              <a:off x="791536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8" name="Google Shape;24908;p45"/>
            <p:cNvSpPr/>
            <p:nvPr/>
          </p:nvSpPr>
          <p:spPr>
            <a:xfrm>
              <a:off x="911044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9" name="Google Shape;24909;p45"/>
            <p:cNvSpPr/>
            <p:nvPr/>
          </p:nvSpPr>
          <p:spPr>
            <a:xfrm>
              <a:off x="1030552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0" name="Google Shape;24910;p45"/>
            <p:cNvSpPr/>
            <p:nvPr/>
          </p:nvSpPr>
          <p:spPr>
            <a:xfrm>
              <a:off x="8201254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1" name="Google Shape;24911;p45"/>
            <p:cNvSpPr/>
            <p:nvPr/>
          </p:nvSpPr>
          <p:spPr>
            <a:xfrm>
              <a:off x="8320767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2" name="Google Shape;24912;p45"/>
            <p:cNvSpPr/>
            <p:nvPr/>
          </p:nvSpPr>
          <p:spPr>
            <a:xfrm>
              <a:off x="8440281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3" name="Google Shape;24913;p45"/>
            <p:cNvSpPr/>
            <p:nvPr/>
          </p:nvSpPr>
          <p:spPr>
            <a:xfrm>
              <a:off x="8559794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4" name="Google Shape;24914;p45"/>
            <p:cNvSpPr/>
            <p:nvPr/>
          </p:nvSpPr>
          <p:spPr>
            <a:xfrm>
              <a:off x="8679308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5" name="Google Shape;24915;p45"/>
            <p:cNvSpPr/>
            <p:nvPr/>
          </p:nvSpPr>
          <p:spPr>
            <a:xfrm>
              <a:off x="8798821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6" name="Google Shape;24916;p45"/>
            <p:cNvSpPr/>
            <p:nvPr/>
          </p:nvSpPr>
          <p:spPr>
            <a:xfrm>
              <a:off x="313503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7" name="Google Shape;24917;p45"/>
            <p:cNvSpPr/>
            <p:nvPr/>
          </p:nvSpPr>
          <p:spPr>
            <a:xfrm>
              <a:off x="433011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8" name="Google Shape;24918;p45"/>
            <p:cNvSpPr/>
            <p:nvPr/>
          </p:nvSpPr>
          <p:spPr>
            <a:xfrm>
              <a:off x="552519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9" name="Google Shape;24919;p45"/>
            <p:cNvSpPr/>
            <p:nvPr/>
          </p:nvSpPr>
          <p:spPr>
            <a:xfrm>
              <a:off x="672027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0" name="Google Shape;24920;p45"/>
            <p:cNvSpPr/>
            <p:nvPr/>
          </p:nvSpPr>
          <p:spPr>
            <a:xfrm>
              <a:off x="791536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1" name="Google Shape;24921;p45"/>
            <p:cNvSpPr/>
            <p:nvPr/>
          </p:nvSpPr>
          <p:spPr>
            <a:xfrm>
              <a:off x="911044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2" name="Google Shape;24922;p45"/>
            <p:cNvSpPr/>
            <p:nvPr/>
          </p:nvSpPr>
          <p:spPr>
            <a:xfrm>
              <a:off x="1030552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3" name="Google Shape;24923;p45"/>
            <p:cNvSpPr/>
            <p:nvPr/>
          </p:nvSpPr>
          <p:spPr>
            <a:xfrm>
              <a:off x="8201254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4" name="Google Shape;24924;p45"/>
            <p:cNvSpPr/>
            <p:nvPr/>
          </p:nvSpPr>
          <p:spPr>
            <a:xfrm>
              <a:off x="8320767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5" name="Google Shape;24925;p45"/>
            <p:cNvSpPr/>
            <p:nvPr/>
          </p:nvSpPr>
          <p:spPr>
            <a:xfrm>
              <a:off x="8440281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6" name="Google Shape;24926;p45"/>
            <p:cNvSpPr/>
            <p:nvPr/>
          </p:nvSpPr>
          <p:spPr>
            <a:xfrm>
              <a:off x="8559794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7" name="Google Shape;24927;p45"/>
            <p:cNvSpPr/>
            <p:nvPr/>
          </p:nvSpPr>
          <p:spPr>
            <a:xfrm>
              <a:off x="8679308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8" name="Google Shape;24928;p45"/>
            <p:cNvSpPr/>
            <p:nvPr/>
          </p:nvSpPr>
          <p:spPr>
            <a:xfrm>
              <a:off x="8798821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9" name="Google Shape;24929;p45"/>
            <p:cNvSpPr/>
            <p:nvPr/>
          </p:nvSpPr>
          <p:spPr>
            <a:xfrm>
              <a:off x="313503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0" name="Google Shape;24930;p45"/>
            <p:cNvSpPr/>
            <p:nvPr/>
          </p:nvSpPr>
          <p:spPr>
            <a:xfrm>
              <a:off x="433011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1" name="Google Shape;24931;p45"/>
            <p:cNvSpPr/>
            <p:nvPr/>
          </p:nvSpPr>
          <p:spPr>
            <a:xfrm>
              <a:off x="552519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2" name="Google Shape;24932;p45"/>
            <p:cNvSpPr/>
            <p:nvPr/>
          </p:nvSpPr>
          <p:spPr>
            <a:xfrm>
              <a:off x="672027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3" name="Google Shape;24933;p45"/>
            <p:cNvSpPr/>
            <p:nvPr/>
          </p:nvSpPr>
          <p:spPr>
            <a:xfrm>
              <a:off x="791536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4" name="Google Shape;24934;p45"/>
            <p:cNvSpPr/>
            <p:nvPr/>
          </p:nvSpPr>
          <p:spPr>
            <a:xfrm>
              <a:off x="911044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5" name="Google Shape;24935;p45"/>
            <p:cNvSpPr/>
            <p:nvPr/>
          </p:nvSpPr>
          <p:spPr>
            <a:xfrm>
              <a:off x="1030552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6" name="Google Shape;24936;p45"/>
            <p:cNvSpPr/>
            <p:nvPr/>
          </p:nvSpPr>
          <p:spPr>
            <a:xfrm>
              <a:off x="8201254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7" name="Google Shape;24937;p45"/>
            <p:cNvSpPr/>
            <p:nvPr/>
          </p:nvSpPr>
          <p:spPr>
            <a:xfrm>
              <a:off x="8320767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8" name="Google Shape;24938;p45"/>
            <p:cNvSpPr/>
            <p:nvPr/>
          </p:nvSpPr>
          <p:spPr>
            <a:xfrm>
              <a:off x="8440281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9" name="Google Shape;24939;p45"/>
            <p:cNvSpPr/>
            <p:nvPr/>
          </p:nvSpPr>
          <p:spPr>
            <a:xfrm>
              <a:off x="8559794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0" name="Google Shape;24940;p45"/>
            <p:cNvSpPr/>
            <p:nvPr/>
          </p:nvSpPr>
          <p:spPr>
            <a:xfrm>
              <a:off x="8679308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1" name="Google Shape;24941;p45"/>
            <p:cNvSpPr/>
            <p:nvPr/>
          </p:nvSpPr>
          <p:spPr>
            <a:xfrm>
              <a:off x="8798821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2" name="Google Shape;24942;p45"/>
            <p:cNvSpPr/>
            <p:nvPr/>
          </p:nvSpPr>
          <p:spPr>
            <a:xfrm>
              <a:off x="313503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3" name="Google Shape;24943;p45"/>
            <p:cNvSpPr/>
            <p:nvPr/>
          </p:nvSpPr>
          <p:spPr>
            <a:xfrm>
              <a:off x="433011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4" name="Google Shape;24944;p45"/>
            <p:cNvSpPr/>
            <p:nvPr/>
          </p:nvSpPr>
          <p:spPr>
            <a:xfrm>
              <a:off x="552519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5" name="Google Shape;24945;p45"/>
            <p:cNvSpPr/>
            <p:nvPr/>
          </p:nvSpPr>
          <p:spPr>
            <a:xfrm>
              <a:off x="672027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6" name="Google Shape;24946;p45"/>
            <p:cNvSpPr/>
            <p:nvPr/>
          </p:nvSpPr>
          <p:spPr>
            <a:xfrm>
              <a:off x="791536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7" name="Google Shape;24947;p45"/>
            <p:cNvSpPr/>
            <p:nvPr/>
          </p:nvSpPr>
          <p:spPr>
            <a:xfrm>
              <a:off x="911044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8" name="Google Shape;24948;p45"/>
            <p:cNvSpPr/>
            <p:nvPr/>
          </p:nvSpPr>
          <p:spPr>
            <a:xfrm>
              <a:off x="1030552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9" name="Google Shape;24949;p45"/>
            <p:cNvSpPr/>
            <p:nvPr/>
          </p:nvSpPr>
          <p:spPr>
            <a:xfrm>
              <a:off x="8201254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0" name="Google Shape;24950;p45"/>
            <p:cNvSpPr/>
            <p:nvPr/>
          </p:nvSpPr>
          <p:spPr>
            <a:xfrm>
              <a:off x="8320767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1" name="Google Shape;24951;p45"/>
            <p:cNvSpPr/>
            <p:nvPr/>
          </p:nvSpPr>
          <p:spPr>
            <a:xfrm>
              <a:off x="8440281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2" name="Google Shape;24952;p45"/>
            <p:cNvSpPr/>
            <p:nvPr/>
          </p:nvSpPr>
          <p:spPr>
            <a:xfrm>
              <a:off x="8559794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3" name="Google Shape;24953;p45"/>
            <p:cNvSpPr/>
            <p:nvPr/>
          </p:nvSpPr>
          <p:spPr>
            <a:xfrm>
              <a:off x="8679308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4" name="Google Shape;24954;p45"/>
            <p:cNvSpPr/>
            <p:nvPr/>
          </p:nvSpPr>
          <p:spPr>
            <a:xfrm>
              <a:off x="8798821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5" name="Google Shape;24955;p45"/>
            <p:cNvSpPr/>
            <p:nvPr/>
          </p:nvSpPr>
          <p:spPr>
            <a:xfrm>
              <a:off x="313503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6" name="Google Shape;24956;p45"/>
            <p:cNvSpPr/>
            <p:nvPr/>
          </p:nvSpPr>
          <p:spPr>
            <a:xfrm>
              <a:off x="433011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7" name="Google Shape;24957;p45"/>
            <p:cNvSpPr/>
            <p:nvPr/>
          </p:nvSpPr>
          <p:spPr>
            <a:xfrm>
              <a:off x="552519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8" name="Google Shape;24958;p45"/>
            <p:cNvSpPr/>
            <p:nvPr/>
          </p:nvSpPr>
          <p:spPr>
            <a:xfrm>
              <a:off x="672027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9" name="Google Shape;24959;p45"/>
            <p:cNvSpPr/>
            <p:nvPr/>
          </p:nvSpPr>
          <p:spPr>
            <a:xfrm>
              <a:off x="791536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0" name="Google Shape;24960;p45"/>
            <p:cNvSpPr/>
            <p:nvPr/>
          </p:nvSpPr>
          <p:spPr>
            <a:xfrm>
              <a:off x="911044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1" name="Google Shape;24961;p45"/>
            <p:cNvSpPr/>
            <p:nvPr/>
          </p:nvSpPr>
          <p:spPr>
            <a:xfrm>
              <a:off x="1030552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2" name="Google Shape;24962;p45"/>
            <p:cNvSpPr/>
            <p:nvPr/>
          </p:nvSpPr>
          <p:spPr>
            <a:xfrm>
              <a:off x="8201254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3" name="Google Shape;24963;p45"/>
            <p:cNvSpPr/>
            <p:nvPr/>
          </p:nvSpPr>
          <p:spPr>
            <a:xfrm>
              <a:off x="8320767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4" name="Google Shape;24964;p45"/>
            <p:cNvSpPr/>
            <p:nvPr/>
          </p:nvSpPr>
          <p:spPr>
            <a:xfrm>
              <a:off x="8440281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5" name="Google Shape;24965;p45"/>
            <p:cNvSpPr/>
            <p:nvPr/>
          </p:nvSpPr>
          <p:spPr>
            <a:xfrm>
              <a:off x="8559794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6" name="Google Shape;24966;p45"/>
            <p:cNvSpPr/>
            <p:nvPr/>
          </p:nvSpPr>
          <p:spPr>
            <a:xfrm>
              <a:off x="8679308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7" name="Google Shape;24967;p45"/>
            <p:cNvSpPr/>
            <p:nvPr/>
          </p:nvSpPr>
          <p:spPr>
            <a:xfrm>
              <a:off x="8798821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8" name="Google Shape;24968;p45"/>
            <p:cNvSpPr/>
            <p:nvPr/>
          </p:nvSpPr>
          <p:spPr>
            <a:xfrm>
              <a:off x="313503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9" name="Google Shape;24969;p45"/>
            <p:cNvSpPr/>
            <p:nvPr/>
          </p:nvSpPr>
          <p:spPr>
            <a:xfrm>
              <a:off x="433011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0" name="Google Shape;24970;p45"/>
            <p:cNvSpPr/>
            <p:nvPr/>
          </p:nvSpPr>
          <p:spPr>
            <a:xfrm>
              <a:off x="552519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1" name="Google Shape;24971;p45"/>
            <p:cNvSpPr/>
            <p:nvPr/>
          </p:nvSpPr>
          <p:spPr>
            <a:xfrm>
              <a:off x="672027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2" name="Google Shape;24972;p45"/>
            <p:cNvSpPr/>
            <p:nvPr/>
          </p:nvSpPr>
          <p:spPr>
            <a:xfrm>
              <a:off x="791536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3" name="Google Shape;24973;p45"/>
            <p:cNvSpPr/>
            <p:nvPr/>
          </p:nvSpPr>
          <p:spPr>
            <a:xfrm>
              <a:off x="911044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4" name="Google Shape;24974;p45"/>
            <p:cNvSpPr/>
            <p:nvPr/>
          </p:nvSpPr>
          <p:spPr>
            <a:xfrm>
              <a:off x="1030552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5" name="Google Shape;24975;p45"/>
            <p:cNvSpPr/>
            <p:nvPr/>
          </p:nvSpPr>
          <p:spPr>
            <a:xfrm>
              <a:off x="8201254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6" name="Google Shape;24976;p45"/>
            <p:cNvSpPr/>
            <p:nvPr/>
          </p:nvSpPr>
          <p:spPr>
            <a:xfrm>
              <a:off x="8320767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7" name="Google Shape;24977;p45"/>
            <p:cNvSpPr/>
            <p:nvPr/>
          </p:nvSpPr>
          <p:spPr>
            <a:xfrm>
              <a:off x="8440281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8" name="Google Shape;24978;p45"/>
            <p:cNvSpPr/>
            <p:nvPr/>
          </p:nvSpPr>
          <p:spPr>
            <a:xfrm>
              <a:off x="8559794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9" name="Google Shape;24979;p45"/>
            <p:cNvSpPr/>
            <p:nvPr/>
          </p:nvSpPr>
          <p:spPr>
            <a:xfrm>
              <a:off x="8679308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0" name="Google Shape;24980;p45"/>
            <p:cNvSpPr/>
            <p:nvPr/>
          </p:nvSpPr>
          <p:spPr>
            <a:xfrm>
              <a:off x="8798821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1" name="Google Shape;24981;p45"/>
            <p:cNvSpPr/>
            <p:nvPr/>
          </p:nvSpPr>
          <p:spPr>
            <a:xfrm>
              <a:off x="313503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2" name="Google Shape;24982;p45"/>
            <p:cNvSpPr/>
            <p:nvPr/>
          </p:nvSpPr>
          <p:spPr>
            <a:xfrm>
              <a:off x="433011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3" name="Google Shape;24983;p45"/>
            <p:cNvSpPr/>
            <p:nvPr/>
          </p:nvSpPr>
          <p:spPr>
            <a:xfrm>
              <a:off x="552519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4" name="Google Shape;24984;p45"/>
            <p:cNvSpPr/>
            <p:nvPr/>
          </p:nvSpPr>
          <p:spPr>
            <a:xfrm>
              <a:off x="672027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5" name="Google Shape;24985;p45"/>
            <p:cNvSpPr/>
            <p:nvPr/>
          </p:nvSpPr>
          <p:spPr>
            <a:xfrm>
              <a:off x="791536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6" name="Google Shape;24986;p45"/>
            <p:cNvSpPr/>
            <p:nvPr/>
          </p:nvSpPr>
          <p:spPr>
            <a:xfrm>
              <a:off x="911044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7" name="Google Shape;24987;p45"/>
            <p:cNvSpPr/>
            <p:nvPr/>
          </p:nvSpPr>
          <p:spPr>
            <a:xfrm>
              <a:off x="1030552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8" name="Google Shape;24988;p45"/>
            <p:cNvSpPr/>
            <p:nvPr/>
          </p:nvSpPr>
          <p:spPr>
            <a:xfrm>
              <a:off x="8201254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9" name="Google Shape;24989;p45"/>
            <p:cNvSpPr/>
            <p:nvPr/>
          </p:nvSpPr>
          <p:spPr>
            <a:xfrm>
              <a:off x="8320767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0" name="Google Shape;24990;p45"/>
            <p:cNvSpPr/>
            <p:nvPr/>
          </p:nvSpPr>
          <p:spPr>
            <a:xfrm>
              <a:off x="8440281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1" name="Google Shape;24991;p45"/>
            <p:cNvSpPr/>
            <p:nvPr/>
          </p:nvSpPr>
          <p:spPr>
            <a:xfrm>
              <a:off x="8559794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2" name="Google Shape;24992;p45"/>
            <p:cNvSpPr/>
            <p:nvPr/>
          </p:nvSpPr>
          <p:spPr>
            <a:xfrm>
              <a:off x="8679308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3" name="Google Shape;24993;p45"/>
            <p:cNvSpPr/>
            <p:nvPr/>
          </p:nvSpPr>
          <p:spPr>
            <a:xfrm>
              <a:off x="8798821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4" name="Google Shape;24994;p45"/>
            <p:cNvSpPr/>
            <p:nvPr/>
          </p:nvSpPr>
          <p:spPr>
            <a:xfrm>
              <a:off x="313503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5" name="Google Shape;24995;p45"/>
            <p:cNvSpPr/>
            <p:nvPr/>
          </p:nvSpPr>
          <p:spPr>
            <a:xfrm>
              <a:off x="433011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6" name="Google Shape;24996;p45"/>
            <p:cNvSpPr/>
            <p:nvPr/>
          </p:nvSpPr>
          <p:spPr>
            <a:xfrm>
              <a:off x="552519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7" name="Google Shape;24997;p45"/>
            <p:cNvSpPr/>
            <p:nvPr/>
          </p:nvSpPr>
          <p:spPr>
            <a:xfrm>
              <a:off x="672027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8" name="Google Shape;24998;p45"/>
            <p:cNvSpPr/>
            <p:nvPr/>
          </p:nvSpPr>
          <p:spPr>
            <a:xfrm>
              <a:off x="791536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9" name="Google Shape;24999;p45"/>
            <p:cNvSpPr/>
            <p:nvPr/>
          </p:nvSpPr>
          <p:spPr>
            <a:xfrm>
              <a:off x="911044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0" name="Google Shape;25000;p45"/>
            <p:cNvSpPr/>
            <p:nvPr/>
          </p:nvSpPr>
          <p:spPr>
            <a:xfrm>
              <a:off x="1030552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1" name="Google Shape;25001;p45"/>
            <p:cNvSpPr/>
            <p:nvPr/>
          </p:nvSpPr>
          <p:spPr>
            <a:xfrm>
              <a:off x="8201254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2" name="Google Shape;25002;p45"/>
            <p:cNvSpPr/>
            <p:nvPr/>
          </p:nvSpPr>
          <p:spPr>
            <a:xfrm>
              <a:off x="8320767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3" name="Google Shape;25003;p45"/>
            <p:cNvSpPr/>
            <p:nvPr/>
          </p:nvSpPr>
          <p:spPr>
            <a:xfrm>
              <a:off x="8440281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4" name="Google Shape;25004;p45"/>
            <p:cNvSpPr/>
            <p:nvPr/>
          </p:nvSpPr>
          <p:spPr>
            <a:xfrm>
              <a:off x="8559794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5" name="Google Shape;25005;p45"/>
            <p:cNvSpPr/>
            <p:nvPr/>
          </p:nvSpPr>
          <p:spPr>
            <a:xfrm>
              <a:off x="8679308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6" name="Google Shape;25006;p45"/>
            <p:cNvSpPr/>
            <p:nvPr/>
          </p:nvSpPr>
          <p:spPr>
            <a:xfrm>
              <a:off x="8798821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7" name="Google Shape;25007;p45"/>
            <p:cNvSpPr/>
            <p:nvPr/>
          </p:nvSpPr>
          <p:spPr>
            <a:xfrm>
              <a:off x="313503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8" name="Google Shape;25008;p45"/>
            <p:cNvSpPr/>
            <p:nvPr/>
          </p:nvSpPr>
          <p:spPr>
            <a:xfrm>
              <a:off x="433011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9" name="Google Shape;25009;p45"/>
            <p:cNvSpPr/>
            <p:nvPr/>
          </p:nvSpPr>
          <p:spPr>
            <a:xfrm>
              <a:off x="552519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0" name="Google Shape;25010;p45"/>
            <p:cNvSpPr/>
            <p:nvPr/>
          </p:nvSpPr>
          <p:spPr>
            <a:xfrm>
              <a:off x="672027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1" name="Google Shape;25011;p45"/>
            <p:cNvSpPr/>
            <p:nvPr/>
          </p:nvSpPr>
          <p:spPr>
            <a:xfrm>
              <a:off x="791536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2" name="Google Shape;25012;p45"/>
            <p:cNvSpPr/>
            <p:nvPr/>
          </p:nvSpPr>
          <p:spPr>
            <a:xfrm>
              <a:off x="911044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3" name="Google Shape;25013;p45"/>
            <p:cNvSpPr/>
            <p:nvPr/>
          </p:nvSpPr>
          <p:spPr>
            <a:xfrm>
              <a:off x="1030552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4" name="Google Shape;25014;p45"/>
            <p:cNvSpPr/>
            <p:nvPr/>
          </p:nvSpPr>
          <p:spPr>
            <a:xfrm>
              <a:off x="8201254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5" name="Google Shape;25015;p45"/>
            <p:cNvSpPr/>
            <p:nvPr/>
          </p:nvSpPr>
          <p:spPr>
            <a:xfrm>
              <a:off x="8320767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6" name="Google Shape;25016;p45"/>
            <p:cNvSpPr/>
            <p:nvPr/>
          </p:nvSpPr>
          <p:spPr>
            <a:xfrm>
              <a:off x="8440281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7" name="Google Shape;25017;p45"/>
            <p:cNvSpPr/>
            <p:nvPr/>
          </p:nvSpPr>
          <p:spPr>
            <a:xfrm>
              <a:off x="8559794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8" name="Google Shape;25018;p45"/>
            <p:cNvSpPr/>
            <p:nvPr/>
          </p:nvSpPr>
          <p:spPr>
            <a:xfrm>
              <a:off x="8679308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9" name="Google Shape;25019;p45"/>
            <p:cNvSpPr/>
            <p:nvPr/>
          </p:nvSpPr>
          <p:spPr>
            <a:xfrm>
              <a:off x="8798821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0" name="Google Shape;25020;p45"/>
            <p:cNvSpPr/>
            <p:nvPr/>
          </p:nvSpPr>
          <p:spPr>
            <a:xfrm>
              <a:off x="313503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1" name="Google Shape;25021;p45"/>
            <p:cNvSpPr/>
            <p:nvPr/>
          </p:nvSpPr>
          <p:spPr>
            <a:xfrm>
              <a:off x="433011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2" name="Google Shape;25022;p45"/>
            <p:cNvSpPr/>
            <p:nvPr/>
          </p:nvSpPr>
          <p:spPr>
            <a:xfrm>
              <a:off x="552519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3" name="Google Shape;25023;p45"/>
            <p:cNvSpPr/>
            <p:nvPr/>
          </p:nvSpPr>
          <p:spPr>
            <a:xfrm>
              <a:off x="672027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4" name="Google Shape;25024;p45"/>
            <p:cNvSpPr/>
            <p:nvPr/>
          </p:nvSpPr>
          <p:spPr>
            <a:xfrm>
              <a:off x="791536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5" name="Google Shape;25025;p45"/>
            <p:cNvSpPr/>
            <p:nvPr/>
          </p:nvSpPr>
          <p:spPr>
            <a:xfrm>
              <a:off x="911044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6" name="Google Shape;25026;p45"/>
            <p:cNvSpPr/>
            <p:nvPr/>
          </p:nvSpPr>
          <p:spPr>
            <a:xfrm>
              <a:off x="1030552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7" name="Google Shape;25027;p45"/>
            <p:cNvSpPr/>
            <p:nvPr/>
          </p:nvSpPr>
          <p:spPr>
            <a:xfrm>
              <a:off x="8201254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8" name="Google Shape;25028;p45"/>
            <p:cNvSpPr/>
            <p:nvPr/>
          </p:nvSpPr>
          <p:spPr>
            <a:xfrm>
              <a:off x="8320767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9" name="Google Shape;25029;p45"/>
            <p:cNvSpPr/>
            <p:nvPr/>
          </p:nvSpPr>
          <p:spPr>
            <a:xfrm>
              <a:off x="8440281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0" name="Google Shape;25030;p45"/>
            <p:cNvSpPr/>
            <p:nvPr/>
          </p:nvSpPr>
          <p:spPr>
            <a:xfrm>
              <a:off x="8559794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1" name="Google Shape;25031;p45"/>
            <p:cNvSpPr/>
            <p:nvPr/>
          </p:nvSpPr>
          <p:spPr>
            <a:xfrm>
              <a:off x="8679308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2" name="Google Shape;25032;p45"/>
            <p:cNvSpPr/>
            <p:nvPr/>
          </p:nvSpPr>
          <p:spPr>
            <a:xfrm>
              <a:off x="8798821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3" name="Google Shape;25033;p45"/>
            <p:cNvSpPr/>
            <p:nvPr/>
          </p:nvSpPr>
          <p:spPr>
            <a:xfrm>
              <a:off x="313503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4" name="Google Shape;25034;p45"/>
            <p:cNvSpPr/>
            <p:nvPr/>
          </p:nvSpPr>
          <p:spPr>
            <a:xfrm>
              <a:off x="433011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5" name="Google Shape;25035;p45"/>
            <p:cNvSpPr/>
            <p:nvPr/>
          </p:nvSpPr>
          <p:spPr>
            <a:xfrm>
              <a:off x="552519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6" name="Google Shape;25036;p45"/>
            <p:cNvSpPr/>
            <p:nvPr/>
          </p:nvSpPr>
          <p:spPr>
            <a:xfrm>
              <a:off x="672027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7" name="Google Shape;25037;p45"/>
            <p:cNvSpPr/>
            <p:nvPr/>
          </p:nvSpPr>
          <p:spPr>
            <a:xfrm>
              <a:off x="791536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8" name="Google Shape;25038;p45"/>
            <p:cNvSpPr/>
            <p:nvPr/>
          </p:nvSpPr>
          <p:spPr>
            <a:xfrm>
              <a:off x="911044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9" name="Google Shape;25039;p45"/>
            <p:cNvSpPr/>
            <p:nvPr/>
          </p:nvSpPr>
          <p:spPr>
            <a:xfrm>
              <a:off x="1030552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0" name="Google Shape;25040;p45"/>
            <p:cNvSpPr/>
            <p:nvPr/>
          </p:nvSpPr>
          <p:spPr>
            <a:xfrm>
              <a:off x="8201254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1" name="Google Shape;25041;p45"/>
            <p:cNvSpPr/>
            <p:nvPr/>
          </p:nvSpPr>
          <p:spPr>
            <a:xfrm>
              <a:off x="8320767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2" name="Google Shape;25042;p45"/>
            <p:cNvSpPr/>
            <p:nvPr/>
          </p:nvSpPr>
          <p:spPr>
            <a:xfrm>
              <a:off x="8440281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3" name="Google Shape;25043;p45"/>
            <p:cNvSpPr/>
            <p:nvPr/>
          </p:nvSpPr>
          <p:spPr>
            <a:xfrm>
              <a:off x="8559794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4" name="Google Shape;25044;p45"/>
            <p:cNvSpPr/>
            <p:nvPr/>
          </p:nvSpPr>
          <p:spPr>
            <a:xfrm>
              <a:off x="8679308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5" name="Google Shape;25045;p45"/>
            <p:cNvSpPr/>
            <p:nvPr/>
          </p:nvSpPr>
          <p:spPr>
            <a:xfrm>
              <a:off x="8798821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6" name="Google Shape;25046;p45"/>
            <p:cNvSpPr/>
            <p:nvPr/>
          </p:nvSpPr>
          <p:spPr>
            <a:xfrm>
              <a:off x="313503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7" name="Google Shape;25047;p45"/>
            <p:cNvSpPr/>
            <p:nvPr/>
          </p:nvSpPr>
          <p:spPr>
            <a:xfrm>
              <a:off x="433011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8" name="Google Shape;25048;p45"/>
            <p:cNvSpPr/>
            <p:nvPr/>
          </p:nvSpPr>
          <p:spPr>
            <a:xfrm>
              <a:off x="552519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9" name="Google Shape;25049;p45"/>
            <p:cNvSpPr/>
            <p:nvPr/>
          </p:nvSpPr>
          <p:spPr>
            <a:xfrm>
              <a:off x="672027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0" name="Google Shape;25050;p45"/>
            <p:cNvSpPr/>
            <p:nvPr/>
          </p:nvSpPr>
          <p:spPr>
            <a:xfrm>
              <a:off x="791536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1" name="Google Shape;25051;p45"/>
            <p:cNvSpPr/>
            <p:nvPr/>
          </p:nvSpPr>
          <p:spPr>
            <a:xfrm>
              <a:off x="911044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2" name="Google Shape;25052;p45"/>
            <p:cNvSpPr/>
            <p:nvPr/>
          </p:nvSpPr>
          <p:spPr>
            <a:xfrm>
              <a:off x="1030552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3" name="Google Shape;25053;p45"/>
            <p:cNvSpPr/>
            <p:nvPr/>
          </p:nvSpPr>
          <p:spPr>
            <a:xfrm>
              <a:off x="8201254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4" name="Google Shape;25054;p45"/>
            <p:cNvSpPr/>
            <p:nvPr/>
          </p:nvSpPr>
          <p:spPr>
            <a:xfrm>
              <a:off x="8320767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5" name="Google Shape;25055;p45"/>
            <p:cNvSpPr/>
            <p:nvPr/>
          </p:nvSpPr>
          <p:spPr>
            <a:xfrm>
              <a:off x="8440281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6" name="Google Shape;25056;p45"/>
            <p:cNvSpPr/>
            <p:nvPr/>
          </p:nvSpPr>
          <p:spPr>
            <a:xfrm>
              <a:off x="8559794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7" name="Google Shape;25057;p45"/>
            <p:cNvSpPr/>
            <p:nvPr/>
          </p:nvSpPr>
          <p:spPr>
            <a:xfrm>
              <a:off x="8679308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8" name="Google Shape;25058;p45"/>
            <p:cNvSpPr/>
            <p:nvPr/>
          </p:nvSpPr>
          <p:spPr>
            <a:xfrm>
              <a:off x="8798821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9" name="Google Shape;25059;p45"/>
            <p:cNvSpPr/>
            <p:nvPr/>
          </p:nvSpPr>
          <p:spPr>
            <a:xfrm>
              <a:off x="313503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0" name="Google Shape;25060;p45"/>
            <p:cNvSpPr/>
            <p:nvPr/>
          </p:nvSpPr>
          <p:spPr>
            <a:xfrm>
              <a:off x="433011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1" name="Google Shape;25061;p45"/>
            <p:cNvSpPr/>
            <p:nvPr/>
          </p:nvSpPr>
          <p:spPr>
            <a:xfrm>
              <a:off x="552519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2" name="Google Shape;25062;p45"/>
            <p:cNvSpPr/>
            <p:nvPr/>
          </p:nvSpPr>
          <p:spPr>
            <a:xfrm>
              <a:off x="672027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3" name="Google Shape;25063;p45"/>
            <p:cNvSpPr/>
            <p:nvPr/>
          </p:nvSpPr>
          <p:spPr>
            <a:xfrm>
              <a:off x="791536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4" name="Google Shape;25064;p45"/>
            <p:cNvSpPr/>
            <p:nvPr/>
          </p:nvSpPr>
          <p:spPr>
            <a:xfrm>
              <a:off x="911044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5" name="Google Shape;25065;p45"/>
            <p:cNvSpPr/>
            <p:nvPr/>
          </p:nvSpPr>
          <p:spPr>
            <a:xfrm>
              <a:off x="1030552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6" name="Google Shape;25066;p45"/>
            <p:cNvSpPr/>
            <p:nvPr/>
          </p:nvSpPr>
          <p:spPr>
            <a:xfrm>
              <a:off x="8201254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7" name="Google Shape;25067;p45"/>
            <p:cNvSpPr/>
            <p:nvPr/>
          </p:nvSpPr>
          <p:spPr>
            <a:xfrm>
              <a:off x="8320767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8" name="Google Shape;25068;p45"/>
            <p:cNvSpPr/>
            <p:nvPr/>
          </p:nvSpPr>
          <p:spPr>
            <a:xfrm>
              <a:off x="8440281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9" name="Google Shape;25069;p45"/>
            <p:cNvSpPr/>
            <p:nvPr/>
          </p:nvSpPr>
          <p:spPr>
            <a:xfrm>
              <a:off x="8559794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0" name="Google Shape;25070;p45"/>
            <p:cNvSpPr/>
            <p:nvPr/>
          </p:nvSpPr>
          <p:spPr>
            <a:xfrm>
              <a:off x="8679308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1" name="Google Shape;25071;p45"/>
            <p:cNvSpPr/>
            <p:nvPr/>
          </p:nvSpPr>
          <p:spPr>
            <a:xfrm>
              <a:off x="8798821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2" name="Google Shape;25072;p45"/>
            <p:cNvSpPr/>
            <p:nvPr/>
          </p:nvSpPr>
          <p:spPr>
            <a:xfrm>
              <a:off x="313503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3" name="Google Shape;25073;p45"/>
            <p:cNvSpPr/>
            <p:nvPr/>
          </p:nvSpPr>
          <p:spPr>
            <a:xfrm>
              <a:off x="433011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4" name="Google Shape;25074;p45"/>
            <p:cNvSpPr/>
            <p:nvPr/>
          </p:nvSpPr>
          <p:spPr>
            <a:xfrm>
              <a:off x="552519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5" name="Google Shape;25075;p45"/>
            <p:cNvSpPr/>
            <p:nvPr/>
          </p:nvSpPr>
          <p:spPr>
            <a:xfrm>
              <a:off x="672027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6" name="Google Shape;25076;p45"/>
            <p:cNvSpPr/>
            <p:nvPr/>
          </p:nvSpPr>
          <p:spPr>
            <a:xfrm>
              <a:off x="791536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7" name="Google Shape;25077;p45"/>
            <p:cNvSpPr/>
            <p:nvPr/>
          </p:nvSpPr>
          <p:spPr>
            <a:xfrm>
              <a:off x="911044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8" name="Google Shape;25078;p45"/>
            <p:cNvSpPr/>
            <p:nvPr/>
          </p:nvSpPr>
          <p:spPr>
            <a:xfrm>
              <a:off x="1030552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9" name="Google Shape;25079;p45"/>
            <p:cNvSpPr/>
            <p:nvPr/>
          </p:nvSpPr>
          <p:spPr>
            <a:xfrm>
              <a:off x="8201254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0" name="Google Shape;25080;p45"/>
            <p:cNvSpPr/>
            <p:nvPr/>
          </p:nvSpPr>
          <p:spPr>
            <a:xfrm>
              <a:off x="8320767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1" name="Google Shape;25081;p45"/>
            <p:cNvSpPr/>
            <p:nvPr/>
          </p:nvSpPr>
          <p:spPr>
            <a:xfrm>
              <a:off x="8440281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2" name="Google Shape;25082;p45"/>
            <p:cNvSpPr/>
            <p:nvPr/>
          </p:nvSpPr>
          <p:spPr>
            <a:xfrm>
              <a:off x="8559794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3" name="Google Shape;25083;p45"/>
            <p:cNvSpPr/>
            <p:nvPr/>
          </p:nvSpPr>
          <p:spPr>
            <a:xfrm>
              <a:off x="8679308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4" name="Google Shape;25084;p45"/>
            <p:cNvSpPr/>
            <p:nvPr/>
          </p:nvSpPr>
          <p:spPr>
            <a:xfrm>
              <a:off x="8798821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5" name="Google Shape;25085;p45"/>
            <p:cNvSpPr/>
            <p:nvPr/>
          </p:nvSpPr>
          <p:spPr>
            <a:xfrm>
              <a:off x="313503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6" name="Google Shape;25086;p45"/>
            <p:cNvSpPr/>
            <p:nvPr/>
          </p:nvSpPr>
          <p:spPr>
            <a:xfrm>
              <a:off x="433011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7" name="Google Shape;25087;p45"/>
            <p:cNvSpPr/>
            <p:nvPr/>
          </p:nvSpPr>
          <p:spPr>
            <a:xfrm>
              <a:off x="552519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8" name="Google Shape;25088;p45"/>
            <p:cNvSpPr/>
            <p:nvPr/>
          </p:nvSpPr>
          <p:spPr>
            <a:xfrm>
              <a:off x="672027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9" name="Google Shape;25089;p45"/>
            <p:cNvSpPr/>
            <p:nvPr/>
          </p:nvSpPr>
          <p:spPr>
            <a:xfrm>
              <a:off x="791536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0" name="Google Shape;25090;p45"/>
            <p:cNvSpPr/>
            <p:nvPr/>
          </p:nvSpPr>
          <p:spPr>
            <a:xfrm>
              <a:off x="911044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1" name="Google Shape;25091;p45"/>
            <p:cNvSpPr/>
            <p:nvPr/>
          </p:nvSpPr>
          <p:spPr>
            <a:xfrm>
              <a:off x="1030552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2" name="Google Shape;25092;p45"/>
            <p:cNvSpPr/>
            <p:nvPr/>
          </p:nvSpPr>
          <p:spPr>
            <a:xfrm>
              <a:off x="8201254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3" name="Google Shape;25093;p45"/>
            <p:cNvSpPr/>
            <p:nvPr/>
          </p:nvSpPr>
          <p:spPr>
            <a:xfrm>
              <a:off x="8320767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4" name="Google Shape;25094;p45"/>
            <p:cNvSpPr/>
            <p:nvPr/>
          </p:nvSpPr>
          <p:spPr>
            <a:xfrm>
              <a:off x="8440281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5" name="Google Shape;25095;p45"/>
            <p:cNvSpPr/>
            <p:nvPr/>
          </p:nvSpPr>
          <p:spPr>
            <a:xfrm>
              <a:off x="8559794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6" name="Google Shape;25096;p45"/>
            <p:cNvSpPr/>
            <p:nvPr/>
          </p:nvSpPr>
          <p:spPr>
            <a:xfrm>
              <a:off x="8679308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7" name="Google Shape;25097;p45"/>
            <p:cNvSpPr/>
            <p:nvPr/>
          </p:nvSpPr>
          <p:spPr>
            <a:xfrm>
              <a:off x="8798821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8" name="Google Shape;25098;p45"/>
            <p:cNvSpPr/>
            <p:nvPr/>
          </p:nvSpPr>
          <p:spPr>
            <a:xfrm>
              <a:off x="313503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9" name="Google Shape;25099;p45"/>
            <p:cNvSpPr/>
            <p:nvPr/>
          </p:nvSpPr>
          <p:spPr>
            <a:xfrm>
              <a:off x="433011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0" name="Google Shape;25100;p45"/>
            <p:cNvSpPr/>
            <p:nvPr/>
          </p:nvSpPr>
          <p:spPr>
            <a:xfrm>
              <a:off x="552519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1" name="Google Shape;25101;p45"/>
            <p:cNvSpPr/>
            <p:nvPr/>
          </p:nvSpPr>
          <p:spPr>
            <a:xfrm>
              <a:off x="672027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2" name="Google Shape;25102;p45"/>
            <p:cNvSpPr/>
            <p:nvPr/>
          </p:nvSpPr>
          <p:spPr>
            <a:xfrm>
              <a:off x="791536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3" name="Google Shape;25103;p45"/>
            <p:cNvSpPr/>
            <p:nvPr/>
          </p:nvSpPr>
          <p:spPr>
            <a:xfrm>
              <a:off x="911044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4" name="Google Shape;25104;p45"/>
            <p:cNvSpPr/>
            <p:nvPr/>
          </p:nvSpPr>
          <p:spPr>
            <a:xfrm>
              <a:off x="1030552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5" name="Google Shape;25105;p45"/>
            <p:cNvSpPr/>
            <p:nvPr/>
          </p:nvSpPr>
          <p:spPr>
            <a:xfrm>
              <a:off x="8201254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6" name="Google Shape;25106;p45"/>
            <p:cNvSpPr/>
            <p:nvPr/>
          </p:nvSpPr>
          <p:spPr>
            <a:xfrm>
              <a:off x="8320767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7" name="Google Shape;25107;p45"/>
            <p:cNvSpPr/>
            <p:nvPr/>
          </p:nvSpPr>
          <p:spPr>
            <a:xfrm>
              <a:off x="8440281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8" name="Google Shape;25108;p45"/>
            <p:cNvSpPr/>
            <p:nvPr/>
          </p:nvSpPr>
          <p:spPr>
            <a:xfrm>
              <a:off x="8559794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9" name="Google Shape;25109;p45"/>
            <p:cNvSpPr/>
            <p:nvPr/>
          </p:nvSpPr>
          <p:spPr>
            <a:xfrm>
              <a:off x="8679308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0" name="Google Shape;25110;p45"/>
            <p:cNvSpPr/>
            <p:nvPr/>
          </p:nvSpPr>
          <p:spPr>
            <a:xfrm>
              <a:off x="8798821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1" name="Google Shape;25111;p45"/>
            <p:cNvSpPr/>
            <p:nvPr/>
          </p:nvSpPr>
          <p:spPr>
            <a:xfrm>
              <a:off x="313503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2" name="Google Shape;25112;p45"/>
            <p:cNvSpPr/>
            <p:nvPr/>
          </p:nvSpPr>
          <p:spPr>
            <a:xfrm>
              <a:off x="433011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3" name="Google Shape;25113;p45"/>
            <p:cNvSpPr/>
            <p:nvPr/>
          </p:nvSpPr>
          <p:spPr>
            <a:xfrm>
              <a:off x="552519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4" name="Google Shape;25114;p45"/>
            <p:cNvSpPr/>
            <p:nvPr/>
          </p:nvSpPr>
          <p:spPr>
            <a:xfrm>
              <a:off x="672027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5" name="Google Shape;25115;p45"/>
            <p:cNvSpPr/>
            <p:nvPr/>
          </p:nvSpPr>
          <p:spPr>
            <a:xfrm>
              <a:off x="791536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6" name="Google Shape;25116;p45"/>
            <p:cNvSpPr/>
            <p:nvPr/>
          </p:nvSpPr>
          <p:spPr>
            <a:xfrm>
              <a:off x="911044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7" name="Google Shape;25117;p45"/>
            <p:cNvSpPr/>
            <p:nvPr/>
          </p:nvSpPr>
          <p:spPr>
            <a:xfrm>
              <a:off x="1030552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8" name="Google Shape;25118;p45"/>
            <p:cNvSpPr/>
            <p:nvPr/>
          </p:nvSpPr>
          <p:spPr>
            <a:xfrm>
              <a:off x="8201254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9" name="Google Shape;25119;p45"/>
            <p:cNvSpPr/>
            <p:nvPr/>
          </p:nvSpPr>
          <p:spPr>
            <a:xfrm>
              <a:off x="8320767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0" name="Google Shape;25120;p45"/>
            <p:cNvSpPr/>
            <p:nvPr/>
          </p:nvSpPr>
          <p:spPr>
            <a:xfrm>
              <a:off x="8440281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1" name="Google Shape;25121;p45"/>
            <p:cNvSpPr/>
            <p:nvPr/>
          </p:nvSpPr>
          <p:spPr>
            <a:xfrm>
              <a:off x="8559794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2" name="Google Shape;25122;p45"/>
            <p:cNvSpPr/>
            <p:nvPr/>
          </p:nvSpPr>
          <p:spPr>
            <a:xfrm>
              <a:off x="8679308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3" name="Google Shape;25123;p45"/>
            <p:cNvSpPr/>
            <p:nvPr/>
          </p:nvSpPr>
          <p:spPr>
            <a:xfrm>
              <a:off x="8798821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4" name="Google Shape;25124;p45"/>
            <p:cNvSpPr/>
            <p:nvPr/>
          </p:nvSpPr>
          <p:spPr>
            <a:xfrm>
              <a:off x="313503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5" name="Google Shape;25125;p45"/>
            <p:cNvSpPr/>
            <p:nvPr/>
          </p:nvSpPr>
          <p:spPr>
            <a:xfrm>
              <a:off x="433011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6" name="Google Shape;25126;p45"/>
            <p:cNvSpPr/>
            <p:nvPr/>
          </p:nvSpPr>
          <p:spPr>
            <a:xfrm>
              <a:off x="552519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7" name="Google Shape;25127;p45"/>
            <p:cNvSpPr/>
            <p:nvPr/>
          </p:nvSpPr>
          <p:spPr>
            <a:xfrm>
              <a:off x="672027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8" name="Google Shape;25128;p45"/>
            <p:cNvSpPr/>
            <p:nvPr/>
          </p:nvSpPr>
          <p:spPr>
            <a:xfrm>
              <a:off x="791536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9" name="Google Shape;25129;p45"/>
            <p:cNvSpPr/>
            <p:nvPr/>
          </p:nvSpPr>
          <p:spPr>
            <a:xfrm>
              <a:off x="911044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0" name="Google Shape;25130;p45"/>
            <p:cNvSpPr/>
            <p:nvPr/>
          </p:nvSpPr>
          <p:spPr>
            <a:xfrm>
              <a:off x="1030552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1" name="Google Shape;25131;p45"/>
            <p:cNvSpPr/>
            <p:nvPr/>
          </p:nvSpPr>
          <p:spPr>
            <a:xfrm>
              <a:off x="8201254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2" name="Google Shape;25132;p45"/>
            <p:cNvSpPr/>
            <p:nvPr/>
          </p:nvSpPr>
          <p:spPr>
            <a:xfrm>
              <a:off x="8320767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3" name="Google Shape;25133;p45"/>
            <p:cNvSpPr/>
            <p:nvPr/>
          </p:nvSpPr>
          <p:spPr>
            <a:xfrm>
              <a:off x="8440281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4" name="Google Shape;25134;p45"/>
            <p:cNvSpPr/>
            <p:nvPr/>
          </p:nvSpPr>
          <p:spPr>
            <a:xfrm>
              <a:off x="8559794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5" name="Google Shape;25135;p45"/>
            <p:cNvSpPr/>
            <p:nvPr/>
          </p:nvSpPr>
          <p:spPr>
            <a:xfrm>
              <a:off x="8679308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6" name="Google Shape;25136;p45"/>
            <p:cNvSpPr/>
            <p:nvPr/>
          </p:nvSpPr>
          <p:spPr>
            <a:xfrm>
              <a:off x="8798821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7" name="Google Shape;25137;p45"/>
            <p:cNvSpPr/>
            <p:nvPr/>
          </p:nvSpPr>
          <p:spPr>
            <a:xfrm>
              <a:off x="313503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8" name="Google Shape;25138;p45"/>
            <p:cNvSpPr/>
            <p:nvPr/>
          </p:nvSpPr>
          <p:spPr>
            <a:xfrm>
              <a:off x="433011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9" name="Google Shape;25139;p45"/>
            <p:cNvSpPr/>
            <p:nvPr/>
          </p:nvSpPr>
          <p:spPr>
            <a:xfrm>
              <a:off x="552519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0" name="Google Shape;25140;p45"/>
            <p:cNvSpPr/>
            <p:nvPr/>
          </p:nvSpPr>
          <p:spPr>
            <a:xfrm>
              <a:off x="672027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1" name="Google Shape;25141;p45"/>
            <p:cNvSpPr/>
            <p:nvPr/>
          </p:nvSpPr>
          <p:spPr>
            <a:xfrm>
              <a:off x="791536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2" name="Google Shape;25142;p45"/>
            <p:cNvSpPr/>
            <p:nvPr/>
          </p:nvSpPr>
          <p:spPr>
            <a:xfrm>
              <a:off x="911044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3" name="Google Shape;25143;p45"/>
            <p:cNvSpPr/>
            <p:nvPr/>
          </p:nvSpPr>
          <p:spPr>
            <a:xfrm>
              <a:off x="1030552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4" name="Google Shape;25144;p45"/>
            <p:cNvSpPr/>
            <p:nvPr/>
          </p:nvSpPr>
          <p:spPr>
            <a:xfrm>
              <a:off x="8201254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5" name="Google Shape;25145;p45"/>
            <p:cNvSpPr/>
            <p:nvPr/>
          </p:nvSpPr>
          <p:spPr>
            <a:xfrm>
              <a:off x="8320767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6" name="Google Shape;25146;p45"/>
            <p:cNvSpPr/>
            <p:nvPr/>
          </p:nvSpPr>
          <p:spPr>
            <a:xfrm>
              <a:off x="8440281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7" name="Google Shape;25147;p45"/>
            <p:cNvSpPr/>
            <p:nvPr/>
          </p:nvSpPr>
          <p:spPr>
            <a:xfrm>
              <a:off x="8559794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8" name="Google Shape;25148;p45"/>
            <p:cNvSpPr/>
            <p:nvPr/>
          </p:nvSpPr>
          <p:spPr>
            <a:xfrm>
              <a:off x="8679308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9" name="Google Shape;25149;p45"/>
            <p:cNvSpPr/>
            <p:nvPr/>
          </p:nvSpPr>
          <p:spPr>
            <a:xfrm>
              <a:off x="8798821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0" name="Google Shape;25150;p45"/>
            <p:cNvSpPr/>
            <p:nvPr/>
          </p:nvSpPr>
          <p:spPr>
            <a:xfrm>
              <a:off x="313503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1" name="Google Shape;25151;p45"/>
            <p:cNvSpPr/>
            <p:nvPr/>
          </p:nvSpPr>
          <p:spPr>
            <a:xfrm>
              <a:off x="433011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2" name="Google Shape;25152;p45"/>
            <p:cNvSpPr/>
            <p:nvPr/>
          </p:nvSpPr>
          <p:spPr>
            <a:xfrm>
              <a:off x="552519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3" name="Google Shape;25153;p45"/>
            <p:cNvSpPr/>
            <p:nvPr/>
          </p:nvSpPr>
          <p:spPr>
            <a:xfrm>
              <a:off x="672027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4" name="Google Shape;25154;p45"/>
            <p:cNvSpPr/>
            <p:nvPr/>
          </p:nvSpPr>
          <p:spPr>
            <a:xfrm>
              <a:off x="791536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5" name="Google Shape;25155;p45"/>
            <p:cNvSpPr/>
            <p:nvPr/>
          </p:nvSpPr>
          <p:spPr>
            <a:xfrm>
              <a:off x="911044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6" name="Google Shape;25156;p45"/>
            <p:cNvSpPr/>
            <p:nvPr/>
          </p:nvSpPr>
          <p:spPr>
            <a:xfrm>
              <a:off x="1030552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7" name="Google Shape;25157;p45"/>
            <p:cNvSpPr/>
            <p:nvPr/>
          </p:nvSpPr>
          <p:spPr>
            <a:xfrm>
              <a:off x="8201254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8" name="Google Shape;25158;p45"/>
            <p:cNvSpPr/>
            <p:nvPr/>
          </p:nvSpPr>
          <p:spPr>
            <a:xfrm>
              <a:off x="8320767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9" name="Google Shape;25159;p45"/>
            <p:cNvSpPr/>
            <p:nvPr/>
          </p:nvSpPr>
          <p:spPr>
            <a:xfrm>
              <a:off x="8440281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0" name="Google Shape;25160;p45"/>
            <p:cNvSpPr/>
            <p:nvPr/>
          </p:nvSpPr>
          <p:spPr>
            <a:xfrm>
              <a:off x="8559794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1" name="Google Shape;25161;p45"/>
            <p:cNvSpPr/>
            <p:nvPr/>
          </p:nvSpPr>
          <p:spPr>
            <a:xfrm>
              <a:off x="8679308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2" name="Google Shape;25162;p45"/>
            <p:cNvSpPr/>
            <p:nvPr/>
          </p:nvSpPr>
          <p:spPr>
            <a:xfrm>
              <a:off x="8798821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3" name="Google Shape;25163;p45"/>
            <p:cNvSpPr/>
            <p:nvPr/>
          </p:nvSpPr>
          <p:spPr>
            <a:xfrm>
              <a:off x="313503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4" name="Google Shape;25164;p45"/>
            <p:cNvSpPr/>
            <p:nvPr/>
          </p:nvSpPr>
          <p:spPr>
            <a:xfrm>
              <a:off x="433011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5" name="Google Shape;25165;p45"/>
            <p:cNvSpPr/>
            <p:nvPr/>
          </p:nvSpPr>
          <p:spPr>
            <a:xfrm>
              <a:off x="552519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6" name="Google Shape;25166;p45"/>
            <p:cNvSpPr/>
            <p:nvPr/>
          </p:nvSpPr>
          <p:spPr>
            <a:xfrm>
              <a:off x="672027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7" name="Google Shape;25167;p45"/>
            <p:cNvSpPr/>
            <p:nvPr/>
          </p:nvSpPr>
          <p:spPr>
            <a:xfrm>
              <a:off x="791536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8" name="Google Shape;25168;p45"/>
            <p:cNvSpPr/>
            <p:nvPr/>
          </p:nvSpPr>
          <p:spPr>
            <a:xfrm>
              <a:off x="911044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9" name="Google Shape;25169;p45"/>
            <p:cNvSpPr/>
            <p:nvPr/>
          </p:nvSpPr>
          <p:spPr>
            <a:xfrm>
              <a:off x="1030552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0" name="Google Shape;25170;p45"/>
            <p:cNvSpPr/>
            <p:nvPr/>
          </p:nvSpPr>
          <p:spPr>
            <a:xfrm>
              <a:off x="8201254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1" name="Google Shape;25171;p45"/>
            <p:cNvSpPr/>
            <p:nvPr/>
          </p:nvSpPr>
          <p:spPr>
            <a:xfrm>
              <a:off x="8320767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2" name="Google Shape;25172;p45"/>
            <p:cNvSpPr/>
            <p:nvPr/>
          </p:nvSpPr>
          <p:spPr>
            <a:xfrm>
              <a:off x="8440281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3" name="Google Shape;25173;p45"/>
            <p:cNvSpPr/>
            <p:nvPr/>
          </p:nvSpPr>
          <p:spPr>
            <a:xfrm>
              <a:off x="8559794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4" name="Google Shape;25174;p45"/>
            <p:cNvSpPr/>
            <p:nvPr/>
          </p:nvSpPr>
          <p:spPr>
            <a:xfrm>
              <a:off x="8679308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5" name="Google Shape;25175;p45"/>
            <p:cNvSpPr/>
            <p:nvPr/>
          </p:nvSpPr>
          <p:spPr>
            <a:xfrm>
              <a:off x="8798821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6" name="Google Shape;25176;p45"/>
            <p:cNvSpPr/>
            <p:nvPr/>
          </p:nvSpPr>
          <p:spPr>
            <a:xfrm>
              <a:off x="313503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7" name="Google Shape;25177;p45"/>
            <p:cNvSpPr/>
            <p:nvPr/>
          </p:nvSpPr>
          <p:spPr>
            <a:xfrm>
              <a:off x="433011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8" name="Google Shape;25178;p45"/>
            <p:cNvSpPr/>
            <p:nvPr/>
          </p:nvSpPr>
          <p:spPr>
            <a:xfrm>
              <a:off x="552519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9" name="Google Shape;25179;p45"/>
            <p:cNvSpPr/>
            <p:nvPr/>
          </p:nvSpPr>
          <p:spPr>
            <a:xfrm>
              <a:off x="672027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0" name="Google Shape;25180;p45"/>
            <p:cNvSpPr/>
            <p:nvPr/>
          </p:nvSpPr>
          <p:spPr>
            <a:xfrm>
              <a:off x="791536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1" name="Google Shape;25181;p45"/>
            <p:cNvSpPr/>
            <p:nvPr/>
          </p:nvSpPr>
          <p:spPr>
            <a:xfrm>
              <a:off x="911044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2" name="Google Shape;25182;p45"/>
            <p:cNvSpPr/>
            <p:nvPr/>
          </p:nvSpPr>
          <p:spPr>
            <a:xfrm>
              <a:off x="1030552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3" name="Google Shape;25183;p45"/>
            <p:cNvSpPr/>
            <p:nvPr/>
          </p:nvSpPr>
          <p:spPr>
            <a:xfrm>
              <a:off x="8201254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4" name="Google Shape;25184;p45"/>
            <p:cNvSpPr/>
            <p:nvPr/>
          </p:nvSpPr>
          <p:spPr>
            <a:xfrm>
              <a:off x="8320767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5" name="Google Shape;25185;p45"/>
            <p:cNvSpPr/>
            <p:nvPr/>
          </p:nvSpPr>
          <p:spPr>
            <a:xfrm>
              <a:off x="8440281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6" name="Google Shape;25186;p45"/>
            <p:cNvSpPr/>
            <p:nvPr/>
          </p:nvSpPr>
          <p:spPr>
            <a:xfrm>
              <a:off x="8559794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7" name="Google Shape;25187;p45"/>
            <p:cNvSpPr/>
            <p:nvPr/>
          </p:nvSpPr>
          <p:spPr>
            <a:xfrm>
              <a:off x="8679308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8" name="Google Shape;25188;p45"/>
            <p:cNvSpPr/>
            <p:nvPr/>
          </p:nvSpPr>
          <p:spPr>
            <a:xfrm>
              <a:off x="8798821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9" name="Google Shape;25189;p45"/>
            <p:cNvSpPr/>
            <p:nvPr/>
          </p:nvSpPr>
          <p:spPr>
            <a:xfrm>
              <a:off x="313503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0" name="Google Shape;25190;p45"/>
            <p:cNvSpPr/>
            <p:nvPr/>
          </p:nvSpPr>
          <p:spPr>
            <a:xfrm>
              <a:off x="433011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1" name="Google Shape;25191;p45"/>
            <p:cNvSpPr/>
            <p:nvPr/>
          </p:nvSpPr>
          <p:spPr>
            <a:xfrm>
              <a:off x="552519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2" name="Google Shape;25192;p45"/>
            <p:cNvSpPr/>
            <p:nvPr/>
          </p:nvSpPr>
          <p:spPr>
            <a:xfrm>
              <a:off x="672027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3" name="Google Shape;25193;p45"/>
            <p:cNvSpPr/>
            <p:nvPr/>
          </p:nvSpPr>
          <p:spPr>
            <a:xfrm>
              <a:off x="791536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4" name="Google Shape;25194;p45"/>
            <p:cNvSpPr/>
            <p:nvPr/>
          </p:nvSpPr>
          <p:spPr>
            <a:xfrm>
              <a:off x="911044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5" name="Google Shape;25195;p45"/>
            <p:cNvSpPr/>
            <p:nvPr/>
          </p:nvSpPr>
          <p:spPr>
            <a:xfrm>
              <a:off x="1030552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6" name="Google Shape;25196;p45"/>
            <p:cNvSpPr/>
            <p:nvPr/>
          </p:nvSpPr>
          <p:spPr>
            <a:xfrm>
              <a:off x="8201254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7" name="Google Shape;25197;p45"/>
            <p:cNvSpPr/>
            <p:nvPr/>
          </p:nvSpPr>
          <p:spPr>
            <a:xfrm>
              <a:off x="8320767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8" name="Google Shape;25198;p45"/>
            <p:cNvSpPr/>
            <p:nvPr/>
          </p:nvSpPr>
          <p:spPr>
            <a:xfrm>
              <a:off x="8440281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9" name="Google Shape;25199;p45"/>
            <p:cNvSpPr/>
            <p:nvPr/>
          </p:nvSpPr>
          <p:spPr>
            <a:xfrm>
              <a:off x="8559794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0" name="Google Shape;25200;p45"/>
            <p:cNvSpPr/>
            <p:nvPr/>
          </p:nvSpPr>
          <p:spPr>
            <a:xfrm>
              <a:off x="8679308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1" name="Google Shape;25201;p45"/>
            <p:cNvSpPr/>
            <p:nvPr/>
          </p:nvSpPr>
          <p:spPr>
            <a:xfrm>
              <a:off x="8798821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2" name="Google Shape;25202;p45"/>
            <p:cNvSpPr/>
            <p:nvPr/>
          </p:nvSpPr>
          <p:spPr>
            <a:xfrm>
              <a:off x="313503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3" name="Google Shape;25203;p45"/>
            <p:cNvSpPr/>
            <p:nvPr/>
          </p:nvSpPr>
          <p:spPr>
            <a:xfrm>
              <a:off x="433011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4" name="Google Shape;25204;p45"/>
            <p:cNvSpPr/>
            <p:nvPr/>
          </p:nvSpPr>
          <p:spPr>
            <a:xfrm>
              <a:off x="552519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5" name="Google Shape;25205;p45"/>
            <p:cNvSpPr/>
            <p:nvPr/>
          </p:nvSpPr>
          <p:spPr>
            <a:xfrm>
              <a:off x="672027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6" name="Google Shape;25206;p45"/>
            <p:cNvSpPr/>
            <p:nvPr/>
          </p:nvSpPr>
          <p:spPr>
            <a:xfrm>
              <a:off x="791536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7" name="Google Shape;25207;p45"/>
            <p:cNvSpPr/>
            <p:nvPr/>
          </p:nvSpPr>
          <p:spPr>
            <a:xfrm>
              <a:off x="911044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8" name="Google Shape;25208;p45"/>
            <p:cNvSpPr/>
            <p:nvPr/>
          </p:nvSpPr>
          <p:spPr>
            <a:xfrm>
              <a:off x="1030552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9" name="Google Shape;25209;p45"/>
            <p:cNvSpPr/>
            <p:nvPr/>
          </p:nvSpPr>
          <p:spPr>
            <a:xfrm>
              <a:off x="8201254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0" name="Google Shape;25210;p45"/>
            <p:cNvSpPr/>
            <p:nvPr/>
          </p:nvSpPr>
          <p:spPr>
            <a:xfrm>
              <a:off x="8320767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1" name="Google Shape;25211;p45"/>
            <p:cNvSpPr/>
            <p:nvPr/>
          </p:nvSpPr>
          <p:spPr>
            <a:xfrm>
              <a:off x="8440281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2" name="Google Shape;25212;p45"/>
            <p:cNvSpPr/>
            <p:nvPr/>
          </p:nvSpPr>
          <p:spPr>
            <a:xfrm>
              <a:off x="8559794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3" name="Google Shape;25213;p45"/>
            <p:cNvSpPr/>
            <p:nvPr/>
          </p:nvSpPr>
          <p:spPr>
            <a:xfrm>
              <a:off x="8679308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4" name="Google Shape;25214;p45"/>
            <p:cNvSpPr/>
            <p:nvPr/>
          </p:nvSpPr>
          <p:spPr>
            <a:xfrm>
              <a:off x="8798821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5" name="Google Shape;25215;p45"/>
            <p:cNvSpPr/>
            <p:nvPr/>
          </p:nvSpPr>
          <p:spPr>
            <a:xfrm>
              <a:off x="313503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6" name="Google Shape;25216;p45"/>
            <p:cNvSpPr/>
            <p:nvPr/>
          </p:nvSpPr>
          <p:spPr>
            <a:xfrm>
              <a:off x="433011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7" name="Google Shape;25217;p45"/>
            <p:cNvSpPr/>
            <p:nvPr/>
          </p:nvSpPr>
          <p:spPr>
            <a:xfrm>
              <a:off x="552519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8" name="Google Shape;25218;p45"/>
            <p:cNvSpPr/>
            <p:nvPr/>
          </p:nvSpPr>
          <p:spPr>
            <a:xfrm>
              <a:off x="672027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9" name="Google Shape;25219;p45"/>
            <p:cNvSpPr/>
            <p:nvPr/>
          </p:nvSpPr>
          <p:spPr>
            <a:xfrm>
              <a:off x="791536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0" name="Google Shape;25220;p45"/>
            <p:cNvSpPr/>
            <p:nvPr/>
          </p:nvSpPr>
          <p:spPr>
            <a:xfrm>
              <a:off x="911044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1" name="Google Shape;25221;p45"/>
            <p:cNvSpPr/>
            <p:nvPr/>
          </p:nvSpPr>
          <p:spPr>
            <a:xfrm>
              <a:off x="1030552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2" name="Google Shape;25222;p45"/>
            <p:cNvSpPr/>
            <p:nvPr/>
          </p:nvSpPr>
          <p:spPr>
            <a:xfrm>
              <a:off x="8201254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3" name="Google Shape;25223;p45"/>
            <p:cNvSpPr/>
            <p:nvPr/>
          </p:nvSpPr>
          <p:spPr>
            <a:xfrm>
              <a:off x="8320767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4" name="Google Shape;25224;p45"/>
            <p:cNvSpPr/>
            <p:nvPr/>
          </p:nvSpPr>
          <p:spPr>
            <a:xfrm>
              <a:off x="8440281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5" name="Google Shape;25225;p45"/>
            <p:cNvSpPr/>
            <p:nvPr/>
          </p:nvSpPr>
          <p:spPr>
            <a:xfrm>
              <a:off x="8559794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6" name="Google Shape;25226;p45"/>
            <p:cNvSpPr/>
            <p:nvPr/>
          </p:nvSpPr>
          <p:spPr>
            <a:xfrm>
              <a:off x="8679308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7" name="Google Shape;25227;p45"/>
            <p:cNvSpPr/>
            <p:nvPr/>
          </p:nvSpPr>
          <p:spPr>
            <a:xfrm>
              <a:off x="8798821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8" name="Google Shape;25228;p45"/>
            <p:cNvSpPr/>
            <p:nvPr/>
          </p:nvSpPr>
          <p:spPr>
            <a:xfrm>
              <a:off x="313503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9" name="Google Shape;25229;p45"/>
            <p:cNvSpPr/>
            <p:nvPr/>
          </p:nvSpPr>
          <p:spPr>
            <a:xfrm>
              <a:off x="433011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0" name="Google Shape;25230;p45"/>
            <p:cNvSpPr/>
            <p:nvPr/>
          </p:nvSpPr>
          <p:spPr>
            <a:xfrm>
              <a:off x="552519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1" name="Google Shape;25231;p45"/>
            <p:cNvSpPr/>
            <p:nvPr/>
          </p:nvSpPr>
          <p:spPr>
            <a:xfrm>
              <a:off x="672027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2" name="Google Shape;25232;p45"/>
            <p:cNvSpPr/>
            <p:nvPr/>
          </p:nvSpPr>
          <p:spPr>
            <a:xfrm>
              <a:off x="791536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3" name="Google Shape;25233;p45"/>
            <p:cNvSpPr/>
            <p:nvPr/>
          </p:nvSpPr>
          <p:spPr>
            <a:xfrm>
              <a:off x="911044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4" name="Google Shape;25234;p45"/>
            <p:cNvSpPr/>
            <p:nvPr/>
          </p:nvSpPr>
          <p:spPr>
            <a:xfrm>
              <a:off x="1030552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5" name="Google Shape;25235;p45"/>
            <p:cNvSpPr/>
            <p:nvPr/>
          </p:nvSpPr>
          <p:spPr>
            <a:xfrm>
              <a:off x="8201254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6" name="Google Shape;25236;p45"/>
            <p:cNvSpPr/>
            <p:nvPr/>
          </p:nvSpPr>
          <p:spPr>
            <a:xfrm>
              <a:off x="8320767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7" name="Google Shape;25237;p45"/>
            <p:cNvSpPr/>
            <p:nvPr/>
          </p:nvSpPr>
          <p:spPr>
            <a:xfrm>
              <a:off x="8440281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8" name="Google Shape;25238;p45"/>
            <p:cNvSpPr/>
            <p:nvPr/>
          </p:nvSpPr>
          <p:spPr>
            <a:xfrm>
              <a:off x="8559794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9" name="Google Shape;25239;p45"/>
            <p:cNvSpPr/>
            <p:nvPr/>
          </p:nvSpPr>
          <p:spPr>
            <a:xfrm>
              <a:off x="8679308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0" name="Google Shape;25240;p45"/>
            <p:cNvSpPr/>
            <p:nvPr/>
          </p:nvSpPr>
          <p:spPr>
            <a:xfrm>
              <a:off x="8798821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1" name="Google Shape;25241;p45"/>
            <p:cNvSpPr/>
            <p:nvPr/>
          </p:nvSpPr>
          <p:spPr>
            <a:xfrm>
              <a:off x="313503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2" name="Google Shape;25242;p45"/>
            <p:cNvSpPr/>
            <p:nvPr/>
          </p:nvSpPr>
          <p:spPr>
            <a:xfrm>
              <a:off x="433011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3" name="Google Shape;25243;p45"/>
            <p:cNvSpPr/>
            <p:nvPr/>
          </p:nvSpPr>
          <p:spPr>
            <a:xfrm>
              <a:off x="552519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4" name="Google Shape;25244;p45"/>
            <p:cNvSpPr/>
            <p:nvPr/>
          </p:nvSpPr>
          <p:spPr>
            <a:xfrm>
              <a:off x="672027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5" name="Google Shape;25245;p45"/>
            <p:cNvSpPr/>
            <p:nvPr/>
          </p:nvSpPr>
          <p:spPr>
            <a:xfrm>
              <a:off x="791536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6" name="Google Shape;25246;p45"/>
            <p:cNvSpPr/>
            <p:nvPr/>
          </p:nvSpPr>
          <p:spPr>
            <a:xfrm>
              <a:off x="911044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7" name="Google Shape;25247;p45"/>
            <p:cNvSpPr/>
            <p:nvPr/>
          </p:nvSpPr>
          <p:spPr>
            <a:xfrm>
              <a:off x="1030552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8" name="Google Shape;25248;p45"/>
            <p:cNvSpPr/>
            <p:nvPr/>
          </p:nvSpPr>
          <p:spPr>
            <a:xfrm>
              <a:off x="8201254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9" name="Google Shape;25249;p45"/>
            <p:cNvSpPr/>
            <p:nvPr/>
          </p:nvSpPr>
          <p:spPr>
            <a:xfrm>
              <a:off x="8320767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0" name="Google Shape;25250;p45"/>
            <p:cNvSpPr/>
            <p:nvPr/>
          </p:nvSpPr>
          <p:spPr>
            <a:xfrm>
              <a:off x="8440281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1" name="Google Shape;25251;p45"/>
            <p:cNvSpPr/>
            <p:nvPr/>
          </p:nvSpPr>
          <p:spPr>
            <a:xfrm>
              <a:off x="8559794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2" name="Google Shape;25252;p45"/>
            <p:cNvSpPr/>
            <p:nvPr/>
          </p:nvSpPr>
          <p:spPr>
            <a:xfrm>
              <a:off x="8679308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3" name="Google Shape;25253;p45"/>
            <p:cNvSpPr/>
            <p:nvPr/>
          </p:nvSpPr>
          <p:spPr>
            <a:xfrm>
              <a:off x="8798821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4" name="Google Shape;25254;p45"/>
            <p:cNvSpPr/>
            <p:nvPr/>
          </p:nvSpPr>
          <p:spPr>
            <a:xfrm>
              <a:off x="313503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5" name="Google Shape;25255;p45"/>
            <p:cNvSpPr/>
            <p:nvPr/>
          </p:nvSpPr>
          <p:spPr>
            <a:xfrm>
              <a:off x="433011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6" name="Google Shape;25256;p45"/>
            <p:cNvSpPr/>
            <p:nvPr/>
          </p:nvSpPr>
          <p:spPr>
            <a:xfrm>
              <a:off x="552519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7" name="Google Shape;25257;p45"/>
            <p:cNvSpPr/>
            <p:nvPr/>
          </p:nvSpPr>
          <p:spPr>
            <a:xfrm>
              <a:off x="672027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8" name="Google Shape;25258;p45"/>
            <p:cNvSpPr/>
            <p:nvPr/>
          </p:nvSpPr>
          <p:spPr>
            <a:xfrm>
              <a:off x="791536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9" name="Google Shape;25259;p45"/>
            <p:cNvSpPr/>
            <p:nvPr/>
          </p:nvSpPr>
          <p:spPr>
            <a:xfrm>
              <a:off x="911044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0" name="Google Shape;25260;p45"/>
            <p:cNvSpPr/>
            <p:nvPr/>
          </p:nvSpPr>
          <p:spPr>
            <a:xfrm>
              <a:off x="1030552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1" name="Google Shape;25261;p45"/>
            <p:cNvSpPr/>
            <p:nvPr/>
          </p:nvSpPr>
          <p:spPr>
            <a:xfrm>
              <a:off x="8201254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2" name="Google Shape;25262;p45"/>
            <p:cNvSpPr/>
            <p:nvPr/>
          </p:nvSpPr>
          <p:spPr>
            <a:xfrm>
              <a:off x="8320767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3" name="Google Shape;25263;p45"/>
            <p:cNvSpPr/>
            <p:nvPr/>
          </p:nvSpPr>
          <p:spPr>
            <a:xfrm>
              <a:off x="8440281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4" name="Google Shape;25264;p45"/>
            <p:cNvSpPr/>
            <p:nvPr/>
          </p:nvSpPr>
          <p:spPr>
            <a:xfrm>
              <a:off x="8559794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5" name="Google Shape;25265;p45"/>
            <p:cNvSpPr/>
            <p:nvPr/>
          </p:nvSpPr>
          <p:spPr>
            <a:xfrm>
              <a:off x="8679308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6" name="Google Shape;25266;p45"/>
            <p:cNvSpPr/>
            <p:nvPr/>
          </p:nvSpPr>
          <p:spPr>
            <a:xfrm>
              <a:off x="8798821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7" name="Google Shape;25267;p45"/>
            <p:cNvSpPr/>
            <p:nvPr/>
          </p:nvSpPr>
          <p:spPr>
            <a:xfrm>
              <a:off x="313503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8" name="Google Shape;25268;p45"/>
            <p:cNvSpPr/>
            <p:nvPr/>
          </p:nvSpPr>
          <p:spPr>
            <a:xfrm>
              <a:off x="433011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9" name="Google Shape;25269;p45"/>
            <p:cNvSpPr/>
            <p:nvPr/>
          </p:nvSpPr>
          <p:spPr>
            <a:xfrm>
              <a:off x="552519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0" name="Google Shape;25270;p45"/>
            <p:cNvSpPr/>
            <p:nvPr/>
          </p:nvSpPr>
          <p:spPr>
            <a:xfrm>
              <a:off x="672027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1" name="Google Shape;25271;p45"/>
            <p:cNvSpPr/>
            <p:nvPr/>
          </p:nvSpPr>
          <p:spPr>
            <a:xfrm>
              <a:off x="791536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2" name="Google Shape;25272;p45"/>
            <p:cNvSpPr/>
            <p:nvPr/>
          </p:nvSpPr>
          <p:spPr>
            <a:xfrm>
              <a:off x="911044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3" name="Google Shape;25273;p45"/>
            <p:cNvSpPr/>
            <p:nvPr/>
          </p:nvSpPr>
          <p:spPr>
            <a:xfrm>
              <a:off x="1030552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4" name="Google Shape;25274;p45"/>
            <p:cNvSpPr/>
            <p:nvPr/>
          </p:nvSpPr>
          <p:spPr>
            <a:xfrm>
              <a:off x="8201254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5" name="Google Shape;25275;p45"/>
            <p:cNvSpPr/>
            <p:nvPr/>
          </p:nvSpPr>
          <p:spPr>
            <a:xfrm>
              <a:off x="8320767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6" name="Google Shape;25276;p45"/>
            <p:cNvSpPr/>
            <p:nvPr/>
          </p:nvSpPr>
          <p:spPr>
            <a:xfrm>
              <a:off x="8440281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7" name="Google Shape;25277;p45"/>
            <p:cNvSpPr/>
            <p:nvPr/>
          </p:nvSpPr>
          <p:spPr>
            <a:xfrm>
              <a:off x="8559794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8" name="Google Shape;25278;p45"/>
            <p:cNvSpPr/>
            <p:nvPr/>
          </p:nvSpPr>
          <p:spPr>
            <a:xfrm>
              <a:off x="8679308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9" name="Google Shape;25279;p45"/>
            <p:cNvSpPr/>
            <p:nvPr/>
          </p:nvSpPr>
          <p:spPr>
            <a:xfrm>
              <a:off x="8798821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0" name="Google Shape;25280;p45"/>
            <p:cNvSpPr/>
            <p:nvPr/>
          </p:nvSpPr>
          <p:spPr>
            <a:xfrm>
              <a:off x="313503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1" name="Google Shape;25281;p45"/>
            <p:cNvSpPr/>
            <p:nvPr/>
          </p:nvSpPr>
          <p:spPr>
            <a:xfrm>
              <a:off x="433011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2" name="Google Shape;25282;p45"/>
            <p:cNvSpPr/>
            <p:nvPr/>
          </p:nvSpPr>
          <p:spPr>
            <a:xfrm>
              <a:off x="552519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3" name="Google Shape;25283;p45"/>
            <p:cNvSpPr/>
            <p:nvPr/>
          </p:nvSpPr>
          <p:spPr>
            <a:xfrm>
              <a:off x="672027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4" name="Google Shape;25284;p45"/>
            <p:cNvSpPr/>
            <p:nvPr/>
          </p:nvSpPr>
          <p:spPr>
            <a:xfrm>
              <a:off x="791536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5" name="Google Shape;25285;p45"/>
            <p:cNvSpPr/>
            <p:nvPr/>
          </p:nvSpPr>
          <p:spPr>
            <a:xfrm>
              <a:off x="911044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6" name="Google Shape;25286;p45"/>
            <p:cNvSpPr/>
            <p:nvPr/>
          </p:nvSpPr>
          <p:spPr>
            <a:xfrm>
              <a:off x="1030552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7" name="Google Shape;25287;p45"/>
            <p:cNvSpPr/>
            <p:nvPr/>
          </p:nvSpPr>
          <p:spPr>
            <a:xfrm>
              <a:off x="8201254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8" name="Google Shape;25288;p45"/>
            <p:cNvSpPr/>
            <p:nvPr/>
          </p:nvSpPr>
          <p:spPr>
            <a:xfrm>
              <a:off x="8320767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9" name="Google Shape;25289;p45"/>
            <p:cNvSpPr/>
            <p:nvPr/>
          </p:nvSpPr>
          <p:spPr>
            <a:xfrm>
              <a:off x="8440281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0" name="Google Shape;25290;p45"/>
            <p:cNvSpPr/>
            <p:nvPr/>
          </p:nvSpPr>
          <p:spPr>
            <a:xfrm>
              <a:off x="8559794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1" name="Google Shape;25291;p45"/>
            <p:cNvSpPr/>
            <p:nvPr/>
          </p:nvSpPr>
          <p:spPr>
            <a:xfrm>
              <a:off x="8679308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2" name="Google Shape;25292;p45"/>
            <p:cNvSpPr/>
            <p:nvPr/>
          </p:nvSpPr>
          <p:spPr>
            <a:xfrm>
              <a:off x="8798821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3" name="Google Shape;25293;p45"/>
            <p:cNvSpPr/>
            <p:nvPr/>
          </p:nvSpPr>
          <p:spPr>
            <a:xfrm>
              <a:off x="313503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4" name="Google Shape;25294;p45"/>
            <p:cNvSpPr/>
            <p:nvPr/>
          </p:nvSpPr>
          <p:spPr>
            <a:xfrm>
              <a:off x="433011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5" name="Google Shape;25295;p45"/>
            <p:cNvSpPr/>
            <p:nvPr/>
          </p:nvSpPr>
          <p:spPr>
            <a:xfrm>
              <a:off x="552519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6" name="Google Shape;25296;p45"/>
            <p:cNvSpPr/>
            <p:nvPr/>
          </p:nvSpPr>
          <p:spPr>
            <a:xfrm>
              <a:off x="672027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7" name="Google Shape;25297;p45"/>
            <p:cNvSpPr/>
            <p:nvPr/>
          </p:nvSpPr>
          <p:spPr>
            <a:xfrm>
              <a:off x="791536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8" name="Google Shape;25298;p45"/>
            <p:cNvSpPr/>
            <p:nvPr/>
          </p:nvSpPr>
          <p:spPr>
            <a:xfrm>
              <a:off x="911044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9" name="Google Shape;25299;p45"/>
            <p:cNvSpPr/>
            <p:nvPr/>
          </p:nvSpPr>
          <p:spPr>
            <a:xfrm>
              <a:off x="1030552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0" name="Google Shape;25300;p45"/>
            <p:cNvSpPr/>
            <p:nvPr/>
          </p:nvSpPr>
          <p:spPr>
            <a:xfrm>
              <a:off x="8201254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1" name="Google Shape;25301;p45"/>
            <p:cNvSpPr/>
            <p:nvPr/>
          </p:nvSpPr>
          <p:spPr>
            <a:xfrm>
              <a:off x="8320767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2" name="Google Shape;25302;p45"/>
            <p:cNvSpPr/>
            <p:nvPr/>
          </p:nvSpPr>
          <p:spPr>
            <a:xfrm>
              <a:off x="8440281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3" name="Google Shape;25303;p45"/>
            <p:cNvSpPr/>
            <p:nvPr/>
          </p:nvSpPr>
          <p:spPr>
            <a:xfrm>
              <a:off x="8559794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4" name="Google Shape;25304;p45"/>
            <p:cNvSpPr/>
            <p:nvPr/>
          </p:nvSpPr>
          <p:spPr>
            <a:xfrm>
              <a:off x="8679308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5" name="Google Shape;25305;p45"/>
            <p:cNvSpPr/>
            <p:nvPr/>
          </p:nvSpPr>
          <p:spPr>
            <a:xfrm>
              <a:off x="8798821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6" name="Google Shape;25306;p45"/>
            <p:cNvSpPr/>
            <p:nvPr/>
          </p:nvSpPr>
          <p:spPr>
            <a:xfrm>
              <a:off x="313503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7" name="Google Shape;25307;p45"/>
            <p:cNvSpPr/>
            <p:nvPr/>
          </p:nvSpPr>
          <p:spPr>
            <a:xfrm>
              <a:off x="433011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8" name="Google Shape;25308;p45"/>
            <p:cNvSpPr/>
            <p:nvPr/>
          </p:nvSpPr>
          <p:spPr>
            <a:xfrm>
              <a:off x="552519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9" name="Google Shape;25309;p45"/>
            <p:cNvSpPr/>
            <p:nvPr/>
          </p:nvSpPr>
          <p:spPr>
            <a:xfrm>
              <a:off x="672027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0" name="Google Shape;25310;p45"/>
            <p:cNvSpPr/>
            <p:nvPr/>
          </p:nvSpPr>
          <p:spPr>
            <a:xfrm>
              <a:off x="791536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1" name="Google Shape;25311;p45"/>
            <p:cNvSpPr/>
            <p:nvPr/>
          </p:nvSpPr>
          <p:spPr>
            <a:xfrm>
              <a:off x="911044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2" name="Google Shape;25312;p45"/>
            <p:cNvSpPr/>
            <p:nvPr/>
          </p:nvSpPr>
          <p:spPr>
            <a:xfrm>
              <a:off x="1030552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3" name="Google Shape;25313;p45"/>
            <p:cNvSpPr/>
            <p:nvPr/>
          </p:nvSpPr>
          <p:spPr>
            <a:xfrm>
              <a:off x="8201254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4" name="Google Shape;25314;p45"/>
            <p:cNvSpPr/>
            <p:nvPr/>
          </p:nvSpPr>
          <p:spPr>
            <a:xfrm>
              <a:off x="8320767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5" name="Google Shape;25315;p45"/>
            <p:cNvSpPr/>
            <p:nvPr/>
          </p:nvSpPr>
          <p:spPr>
            <a:xfrm>
              <a:off x="8440281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6" name="Google Shape;25316;p45"/>
            <p:cNvSpPr/>
            <p:nvPr/>
          </p:nvSpPr>
          <p:spPr>
            <a:xfrm>
              <a:off x="8559794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7" name="Google Shape;25317;p45"/>
            <p:cNvSpPr/>
            <p:nvPr/>
          </p:nvSpPr>
          <p:spPr>
            <a:xfrm>
              <a:off x="8679308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8" name="Google Shape;25318;p45"/>
            <p:cNvSpPr/>
            <p:nvPr/>
          </p:nvSpPr>
          <p:spPr>
            <a:xfrm>
              <a:off x="8798821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9" name="Google Shape;25319;p45"/>
            <p:cNvSpPr/>
            <p:nvPr/>
          </p:nvSpPr>
          <p:spPr>
            <a:xfrm>
              <a:off x="313503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0" name="Google Shape;25320;p45"/>
            <p:cNvSpPr/>
            <p:nvPr/>
          </p:nvSpPr>
          <p:spPr>
            <a:xfrm>
              <a:off x="433011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1" name="Google Shape;25321;p45"/>
            <p:cNvSpPr/>
            <p:nvPr/>
          </p:nvSpPr>
          <p:spPr>
            <a:xfrm>
              <a:off x="552519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2" name="Google Shape;25322;p45"/>
            <p:cNvSpPr/>
            <p:nvPr/>
          </p:nvSpPr>
          <p:spPr>
            <a:xfrm>
              <a:off x="672027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3" name="Google Shape;25323;p45"/>
            <p:cNvSpPr/>
            <p:nvPr/>
          </p:nvSpPr>
          <p:spPr>
            <a:xfrm>
              <a:off x="791536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4" name="Google Shape;25324;p45"/>
            <p:cNvSpPr/>
            <p:nvPr/>
          </p:nvSpPr>
          <p:spPr>
            <a:xfrm>
              <a:off x="911044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5" name="Google Shape;25325;p45"/>
            <p:cNvSpPr/>
            <p:nvPr/>
          </p:nvSpPr>
          <p:spPr>
            <a:xfrm>
              <a:off x="1030552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6" name="Google Shape;25326;p45"/>
            <p:cNvSpPr/>
            <p:nvPr/>
          </p:nvSpPr>
          <p:spPr>
            <a:xfrm>
              <a:off x="8201254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7" name="Google Shape;25327;p45"/>
            <p:cNvSpPr/>
            <p:nvPr/>
          </p:nvSpPr>
          <p:spPr>
            <a:xfrm>
              <a:off x="8320767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8" name="Google Shape;25328;p45"/>
            <p:cNvSpPr/>
            <p:nvPr/>
          </p:nvSpPr>
          <p:spPr>
            <a:xfrm>
              <a:off x="8440281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9" name="Google Shape;25329;p45"/>
            <p:cNvSpPr/>
            <p:nvPr/>
          </p:nvSpPr>
          <p:spPr>
            <a:xfrm>
              <a:off x="8559794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0" name="Google Shape;25330;p45"/>
            <p:cNvSpPr/>
            <p:nvPr/>
          </p:nvSpPr>
          <p:spPr>
            <a:xfrm>
              <a:off x="8679308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1" name="Google Shape;25331;p45"/>
            <p:cNvSpPr/>
            <p:nvPr/>
          </p:nvSpPr>
          <p:spPr>
            <a:xfrm>
              <a:off x="8798821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2" name="Google Shape;25332;p45"/>
            <p:cNvSpPr/>
            <p:nvPr/>
          </p:nvSpPr>
          <p:spPr>
            <a:xfrm>
              <a:off x="313503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3" name="Google Shape;25333;p45"/>
            <p:cNvSpPr/>
            <p:nvPr/>
          </p:nvSpPr>
          <p:spPr>
            <a:xfrm>
              <a:off x="433011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4" name="Google Shape;25334;p45"/>
            <p:cNvSpPr/>
            <p:nvPr/>
          </p:nvSpPr>
          <p:spPr>
            <a:xfrm>
              <a:off x="552519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5" name="Google Shape;25335;p45"/>
            <p:cNvSpPr/>
            <p:nvPr/>
          </p:nvSpPr>
          <p:spPr>
            <a:xfrm>
              <a:off x="672027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6" name="Google Shape;25336;p45"/>
            <p:cNvSpPr/>
            <p:nvPr/>
          </p:nvSpPr>
          <p:spPr>
            <a:xfrm>
              <a:off x="791536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7" name="Google Shape;25337;p45"/>
            <p:cNvSpPr/>
            <p:nvPr/>
          </p:nvSpPr>
          <p:spPr>
            <a:xfrm>
              <a:off x="911044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8" name="Google Shape;25338;p45"/>
            <p:cNvSpPr/>
            <p:nvPr/>
          </p:nvSpPr>
          <p:spPr>
            <a:xfrm>
              <a:off x="1030552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9" name="Google Shape;25339;p45"/>
            <p:cNvSpPr/>
            <p:nvPr/>
          </p:nvSpPr>
          <p:spPr>
            <a:xfrm>
              <a:off x="8201254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0" name="Google Shape;25340;p45"/>
            <p:cNvSpPr/>
            <p:nvPr/>
          </p:nvSpPr>
          <p:spPr>
            <a:xfrm>
              <a:off x="8320767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1" name="Google Shape;25341;p45"/>
            <p:cNvSpPr/>
            <p:nvPr/>
          </p:nvSpPr>
          <p:spPr>
            <a:xfrm>
              <a:off x="8440281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2" name="Google Shape;25342;p45"/>
            <p:cNvSpPr/>
            <p:nvPr/>
          </p:nvSpPr>
          <p:spPr>
            <a:xfrm>
              <a:off x="8559794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3" name="Google Shape;25343;p45"/>
            <p:cNvSpPr/>
            <p:nvPr/>
          </p:nvSpPr>
          <p:spPr>
            <a:xfrm>
              <a:off x="8679308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4" name="Google Shape;25344;p45"/>
            <p:cNvSpPr/>
            <p:nvPr/>
          </p:nvSpPr>
          <p:spPr>
            <a:xfrm>
              <a:off x="8798821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5" name="Google Shape;25345;p45"/>
            <p:cNvSpPr/>
            <p:nvPr/>
          </p:nvSpPr>
          <p:spPr>
            <a:xfrm>
              <a:off x="313503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6" name="Google Shape;25346;p45"/>
            <p:cNvSpPr/>
            <p:nvPr/>
          </p:nvSpPr>
          <p:spPr>
            <a:xfrm>
              <a:off x="433011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7" name="Google Shape;25347;p45"/>
            <p:cNvSpPr/>
            <p:nvPr/>
          </p:nvSpPr>
          <p:spPr>
            <a:xfrm>
              <a:off x="552519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8" name="Google Shape;25348;p45"/>
            <p:cNvSpPr/>
            <p:nvPr/>
          </p:nvSpPr>
          <p:spPr>
            <a:xfrm>
              <a:off x="672027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9" name="Google Shape;25349;p45"/>
            <p:cNvSpPr/>
            <p:nvPr/>
          </p:nvSpPr>
          <p:spPr>
            <a:xfrm>
              <a:off x="791536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0" name="Google Shape;25350;p45"/>
            <p:cNvSpPr/>
            <p:nvPr/>
          </p:nvSpPr>
          <p:spPr>
            <a:xfrm>
              <a:off x="911044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1" name="Google Shape;25351;p45"/>
            <p:cNvSpPr/>
            <p:nvPr/>
          </p:nvSpPr>
          <p:spPr>
            <a:xfrm>
              <a:off x="1030552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2" name="Google Shape;25352;p45"/>
            <p:cNvSpPr/>
            <p:nvPr/>
          </p:nvSpPr>
          <p:spPr>
            <a:xfrm>
              <a:off x="8201254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3" name="Google Shape;25353;p45"/>
            <p:cNvSpPr/>
            <p:nvPr/>
          </p:nvSpPr>
          <p:spPr>
            <a:xfrm>
              <a:off x="8320767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4" name="Google Shape;25354;p45"/>
            <p:cNvSpPr/>
            <p:nvPr/>
          </p:nvSpPr>
          <p:spPr>
            <a:xfrm>
              <a:off x="8440281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5" name="Google Shape;25355;p45"/>
            <p:cNvSpPr/>
            <p:nvPr/>
          </p:nvSpPr>
          <p:spPr>
            <a:xfrm>
              <a:off x="8559794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6" name="Google Shape;25356;p45"/>
            <p:cNvSpPr/>
            <p:nvPr/>
          </p:nvSpPr>
          <p:spPr>
            <a:xfrm>
              <a:off x="8679308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7" name="Google Shape;25357;p45"/>
            <p:cNvSpPr/>
            <p:nvPr/>
          </p:nvSpPr>
          <p:spPr>
            <a:xfrm>
              <a:off x="8798821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8" name="Google Shape;25358;p45"/>
            <p:cNvSpPr/>
            <p:nvPr/>
          </p:nvSpPr>
          <p:spPr>
            <a:xfrm>
              <a:off x="313503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9" name="Google Shape;25359;p45"/>
            <p:cNvSpPr/>
            <p:nvPr/>
          </p:nvSpPr>
          <p:spPr>
            <a:xfrm>
              <a:off x="433011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0" name="Google Shape;25360;p45"/>
            <p:cNvSpPr/>
            <p:nvPr/>
          </p:nvSpPr>
          <p:spPr>
            <a:xfrm>
              <a:off x="552519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1" name="Google Shape;25361;p45"/>
            <p:cNvSpPr/>
            <p:nvPr/>
          </p:nvSpPr>
          <p:spPr>
            <a:xfrm>
              <a:off x="672027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2" name="Google Shape;25362;p45"/>
            <p:cNvSpPr/>
            <p:nvPr/>
          </p:nvSpPr>
          <p:spPr>
            <a:xfrm>
              <a:off x="791536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3" name="Google Shape;25363;p45"/>
            <p:cNvSpPr/>
            <p:nvPr/>
          </p:nvSpPr>
          <p:spPr>
            <a:xfrm>
              <a:off x="911044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4" name="Google Shape;25364;p45"/>
            <p:cNvSpPr/>
            <p:nvPr/>
          </p:nvSpPr>
          <p:spPr>
            <a:xfrm>
              <a:off x="1030552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5" name="Google Shape;25365;p45"/>
            <p:cNvSpPr/>
            <p:nvPr/>
          </p:nvSpPr>
          <p:spPr>
            <a:xfrm>
              <a:off x="8201254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6" name="Google Shape;25366;p45"/>
            <p:cNvSpPr/>
            <p:nvPr/>
          </p:nvSpPr>
          <p:spPr>
            <a:xfrm>
              <a:off x="8320767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7" name="Google Shape;25367;p45"/>
            <p:cNvSpPr/>
            <p:nvPr/>
          </p:nvSpPr>
          <p:spPr>
            <a:xfrm>
              <a:off x="8440281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8" name="Google Shape;25368;p45"/>
            <p:cNvSpPr/>
            <p:nvPr/>
          </p:nvSpPr>
          <p:spPr>
            <a:xfrm>
              <a:off x="8559794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9" name="Google Shape;25369;p45"/>
            <p:cNvSpPr/>
            <p:nvPr/>
          </p:nvSpPr>
          <p:spPr>
            <a:xfrm>
              <a:off x="8679308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0" name="Google Shape;25370;p45"/>
            <p:cNvSpPr/>
            <p:nvPr/>
          </p:nvSpPr>
          <p:spPr>
            <a:xfrm>
              <a:off x="8798821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1" name="Google Shape;25371;p45"/>
            <p:cNvSpPr/>
            <p:nvPr/>
          </p:nvSpPr>
          <p:spPr>
            <a:xfrm>
              <a:off x="313503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2" name="Google Shape;25372;p45"/>
            <p:cNvSpPr/>
            <p:nvPr/>
          </p:nvSpPr>
          <p:spPr>
            <a:xfrm>
              <a:off x="433011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3" name="Google Shape;25373;p45"/>
            <p:cNvSpPr/>
            <p:nvPr/>
          </p:nvSpPr>
          <p:spPr>
            <a:xfrm>
              <a:off x="552519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4" name="Google Shape;25374;p45"/>
            <p:cNvSpPr/>
            <p:nvPr/>
          </p:nvSpPr>
          <p:spPr>
            <a:xfrm>
              <a:off x="672027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5" name="Google Shape;25375;p45"/>
            <p:cNvSpPr/>
            <p:nvPr/>
          </p:nvSpPr>
          <p:spPr>
            <a:xfrm>
              <a:off x="791536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6" name="Google Shape;25376;p45"/>
            <p:cNvSpPr/>
            <p:nvPr/>
          </p:nvSpPr>
          <p:spPr>
            <a:xfrm>
              <a:off x="911044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7" name="Google Shape;25377;p45"/>
            <p:cNvSpPr/>
            <p:nvPr/>
          </p:nvSpPr>
          <p:spPr>
            <a:xfrm>
              <a:off x="1030552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8" name="Google Shape;25378;p45"/>
            <p:cNvSpPr/>
            <p:nvPr/>
          </p:nvSpPr>
          <p:spPr>
            <a:xfrm>
              <a:off x="8201254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9" name="Google Shape;25379;p45"/>
            <p:cNvSpPr/>
            <p:nvPr/>
          </p:nvSpPr>
          <p:spPr>
            <a:xfrm>
              <a:off x="8320767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0" name="Google Shape;25380;p45"/>
            <p:cNvSpPr/>
            <p:nvPr/>
          </p:nvSpPr>
          <p:spPr>
            <a:xfrm>
              <a:off x="8440281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1" name="Google Shape;25381;p45"/>
            <p:cNvSpPr/>
            <p:nvPr/>
          </p:nvSpPr>
          <p:spPr>
            <a:xfrm>
              <a:off x="8559794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2" name="Google Shape;25382;p45"/>
            <p:cNvSpPr/>
            <p:nvPr/>
          </p:nvSpPr>
          <p:spPr>
            <a:xfrm>
              <a:off x="8679308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3" name="Google Shape;25383;p45"/>
            <p:cNvSpPr/>
            <p:nvPr/>
          </p:nvSpPr>
          <p:spPr>
            <a:xfrm>
              <a:off x="8798821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_1_1_1_1_1_1_1_1">
    <p:spTree>
      <p:nvGrpSpPr>
        <p:cNvPr id="1" name="Shape 25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85" name="Google Shape;25385;p46"/>
          <p:cNvGrpSpPr/>
          <p:nvPr/>
        </p:nvGrpSpPr>
        <p:grpSpPr>
          <a:xfrm>
            <a:off x="5640453" y="540001"/>
            <a:ext cx="3138714" cy="4063568"/>
            <a:chOff x="313503" y="540001"/>
            <a:chExt cx="3138714" cy="4063568"/>
          </a:xfrm>
        </p:grpSpPr>
        <p:sp>
          <p:nvSpPr>
            <p:cNvPr id="25386" name="Google Shape;25386;p46"/>
            <p:cNvSpPr/>
            <p:nvPr/>
          </p:nvSpPr>
          <p:spPr>
            <a:xfrm>
              <a:off x="313503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7" name="Google Shape;25387;p46"/>
            <p:cNvSpPr/>
            <p:nvPr/>
          </p:nvSpPr>
          <p:spPr>
            <a:xfrm>
              <a:off x="433011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8" name="Google Shape;25388;p46"/>
            <p:cNvSpPr/>
            <p:nvPr/>
          </p:nvSpPr>
          <p:spPr>
            <a:xfrm>
              <a:off x="552519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9" name="Google Shape;25389;p46"/>
            <p:cNvSpPr/>
            <p:nvPr/>
          </p:nvSpPr>
          <p:spPr>
            <a:xfrm>
              <a:off x="672027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0" name="Google Shape;25390;p46"/>
            <p:cNvSpPr/>
            <p:nvPr/>
          </p:nvSpPr>
          <p:spPr>
            <a:xfrm>
              <a:off x="791536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1" name="Google Shape;25391;p46"/>
            <p:cNvSpPr/>
            <p:nvPr/>
          </p:nvSpPr>
          <p:spPr>
            <a:xfrm>
              <a:off x="911044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2" name="Google Shape;25392;p46"/>
            <p:cNvSpPr/>
            <p:nvPr/>
          </p:nvSpPr>
          <p:spPr>
            <a:xfrm>
              <a:off x="1030552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3" name="Google Shape;25393;p46"/>
            <p:cNvSpPr/>
            <p:nvPr/>
          </p:nvSpPr>
          <p:spPr>
            <a:xfrm>
              <a:off x="1150060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4" name="Google Shape;25394;p46"/>
            <p:cNvSpPr/>
            <p:nvPr/>
          </p:nvSpPr>
          <p:spPr>
            <a:xfrm>
              <a:off x="1269568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5" name="Google Shape;25395;p46"/>
            <p:cNvSpPr/>
            <p:nvPr/>
          </p:nvSpPr>
          <p:spPr>
            <a:xfrm>
              <a:off x="1389077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6" name="Google Shape;25396;p46"/>
            <p:cNvSpPr/>
            <p:nvPr/>
          </p:nvSpPr>
          <p:spPr>
            <a:xfrm>
              <a:off x="1508585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7" name="Google Shape;25397;p46"/>
            <p:cNvSpPr/>
            <p:nvPr/>
          </p:nvSpPr>
          <p:spPr>
            <a:xfrm>
              <a:off x="1628093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8" name="Google Shape;25398;p46"/>
            <p:cNvSpPr/>
            <p:nvPr/>
          </p:nvSpPr>
          <p:spPr>
            <a:xfrm>
              <a:off x="1747601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9" name="Google Shape;25399;p46"/>
            <p:cNvSpPr/>
            <p:nvPr/>
          </p:nvSpPr>
          <p:spPr>
            <a:xfrm>
              <a:off x="1867110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0" name="Google Shape;25400;p46"/>
            <p:cNvSpPr/>
            <p:nvPr/>
          </p:nvSpPr>
          <p:spPr>
            <a:xfrm>
              <a:off x="1986618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1" name="Google Shape;25401;p46"/>
            <p:cNvSpPr/>
            <p:nvPr/>
          </p:nvSpPr>
          <p:spPr>
            <a:xfrm>
              <a:off x="2106126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2" name="Google Shape;25402;p46"/>
            <p:cNvSpPr/>
            <p:nvPr/>
          </p:nvSpPr>
          <p:spPr>
            <a:xfrm>
              <a:off x="2225634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3" name="Google Shape;25403;p46"/>
            <p:cNvSpPr/>
            <p:nvPr/>
          </p:nvSpPr>
          <p:spPr>
            <a:xfrm>
              <a:off x="2345143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4" name="Google Shape;25404;p46"/>
            <p:cNvSpPr/>
            <p:nvPr/>
          </p:nvSpPr>
          <p:spPr>
            <a:xfrm>
              <a:off x="2464651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5" name="Google Shape;25405;p46"/>
            <p:cNvSpPr/>
            <p:nvPr/>
          </p:nvSpPr>
          <p:spPr>
            <a:xfrm>
              <a:off x="2584159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6" name="Google Shape;25406;p46"/>
            <p:cNvSpPr/>
            <p:nvPr/>
          </p:nvSpPr>
          <p:spPr>
            <a:xfrm>
              <a:off x="2703667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7" name="Google Shape;25407;p46"/>
            <p:cNvSpPr/>
            <p:nvPr/>
          </p:nvSpPr>
          <p:spPr>
            <a:xfrm>
              <a:off x="2823176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8" name="Google Shape;25408;p46"/>
            <p:cNvSpPr/>
            <p:nvPr/>
          </p:nvSpPr>
          <p:spPr>
            <a:xfrm>
              <a:off x="2942684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9" name="Google Shape;25409;p46"/>
            <p:cNvSpPr/>
            <p:nvPr/>
          </p:nvSpPr>
          <p:spPr>
            <a:xfrm>
              <a:off x="3062192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0" name="Google Shape;25410;p46"/>
            <p:cNvSpPr/>
            <p:nvPr/>
          </p:nvSpPr>
          <p:spPr>
            <a:xfrm>
              <a:off x="3181700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1" name="Google Shape;25411;p46"/>
            <p:cNvSpPr/>
            <p:nvPr/>
          </p:nvSpPr>
          <p:spPr>
            <a:xfrm>
              <a:off x="3301209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2" name="Google Shape;25412;p46"/>
            <p:cNvSpPr/>
            <p:nvPr/>
          </p:nvSpPr>
          <p:spPr>
            <a:xfrm>
              <a:off x="3420717" y="54000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3" name="Google Shape;25413;p46"/>
            <p:cNvSpPr/>
            <p:nvPr/>
          </p:nvSpPr>
          <p:spPr>
            <a:xfrm>
              <a:off x="313503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4" name="Google Shape;25414;p46"/>
            <p:cNvSpPr/>
            <p:nvPr/>
          </p:nvSpPr>
          <p:spPr>
            <a:xfrm>
              <a:off x="433011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5" name="Google Shape;25415;p46"/>
            <p:cNvSpPr/>
            <p:nvPr/>
          </p:nvSpPr>
          <p:spPr>
            <a:xfrm>
              <a:off x="552519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6" name="Google Shape;25416;p46"/>
            <p:cNvSpPr/>
            <p:nvPr/>
          </p:nvSpPr>
          <p:spPr>
            <a:xfrm>
              <a:off x="672027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7" name="Google Shape;25417;p46"/>
            <p:cNvSpPr/>
            <p:nvPr/>
          </p:nvSpPr>
          <p:spPr>
            <a:xfrm>
              <a:off x="791536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8" name="Google Shape;25418;p46"/>
            <p:cNvSpPr/>
            <p:nvPr/>
          </p:nvSpPr>
          <p:spPr>
            <a:xfrm>
              <a:off x="911044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9" name="Google Shape;25419;p46"/>
            <p:cNvSpPr/>
            <p:nvPr/>
          </p:nvSpPr>
          <p:spPr>
            <a:xfrm>
              <a:off x="1030552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0" name="Google Shape;25420;p46"/>
            <p:cNvSpPr/>
            <p:nvPr/>
          </p:nvSpPr>
          <p:spPr>
            <a:xfrm>
              <a:off x="1150060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1" name="Google Shape;25421;p46"/>
            <p:cNvSpPr/>
            <p:nvPr/>
          </p:nvSpPr>
          <p:spPr>
            <a:xfrm>
              <a:off x="1269568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2" name="Google Shape;25422;p46"/>
            <p:cNvSpPr/>
            <p:nvPr/>
          </p:nvSpPr>
          <p:spPr>
            <a:xfrm>
              <a:off x="1389077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3" name="Google Shape;25423;p46"/>
            <p:cNvSpPr/>
            <p:nvPr/>
          </p:nvSpPr>
          <p:spPr>
            <a:xfrm>
              <a:off x="1508585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4" name="Google Shape;25424;p46"/>
            <p:cNvSpPr/>
            <p:nvPr/>
          </p:nvSpPr>
          <p:spPr>
            <a:xfrm>
              <a:off x="1628093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5" name="Google Shape;25425;p46"/>
            <p:cNvSpPr/>
            <p:nvPr/>
          </p:nvSpPr>
          <p:spPr>
            <a:xfrm>
              <a:off x="1747601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6" name="Google Shape;25426;p46"/>
            <p:cNvSpPr/>
            <p:nvPr/>
          </p:nvSpPr>
          <p:spPr>
            <a:xfrm>
              <a:off x="1867110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7" name="Google Shape;25427;p46"/>
            <p:cNvSpPr/>
            <p:nvPr/>
          </p:nvSpPr>
          <p:spPr>
            <a:xfrm>
              <a:off x="1986618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8" name="Google Shape;25428;p46"/>
            <p:cNvSpPr/>
            <p:nvPr/>
          </p:nvSpPr>
          <p:spPr>
            <a:xfrm>
              <a:off x="2106126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9" name="Google Shape;25429;p46"/>
            <p:cNvSpPr/>
            <p:nvPr/>
          </p:nvSpPr>
          <p:spPr>
            <a:xfrm>
              <a:off x="2225634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0" name="Google Shape;25430;p46"/>
            <p:cNvSpPr/>
            <p:nvPr/>
          </p:nvSpPr>
          <p:spPr>
            <a:xfrm>
              <a:off x="2345143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1" name="Google Shape;25431;p46"/>
            <p:cNvSpPr/>
            <p:nvPr/>
          </p:nvSpPr>
          <p:spPr>
            <a:xfrm>
              <a:off x="2464651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2" name="Google Shape;25432;p46"/>
            <p:cNvSpPr/>
            <p:nvPr/>
          </p:nvSpPr>
          <p:spPr>
            <a:xfrm>
              <a:off x="2584159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3" name="Google Shape;25433;p46"/>
            <p:cNvSpPr/>
            <p:nvPr/>
          </p:nvSpPr>
          <p:spPr>
            <a:xfrm>
              <a:off x="2703667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4" name="Google Shape;25434;p46"/>
            <p:cNvSpPr/>
            <p:nvPr/>
          </p:nvSpPr>
          <p:spPr>
            <a:xfrm>
              <a:off x="2823176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5" name="Google Shape;25435;p46"/>
            <p:cNvSpPr/>
            <p:nvPr/>
          </p:nvSpPr>
          <p:spPr>
            <a:xfrm>
              <a:off x="2942684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6" name="Google Shape;25436;p46"/>
            <p:cNvSpPr/>
            <p:nvPr/>
          </p:nvSpPr>
          <p:spPr>
            <a:xfrm>
              <a:off x="3062192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7" name="Google Shape;25437;p46"/>
            <p:cNvSpPr/>
            <p:nvPr/>
          </p:nvSpPr>
          <p:spPr>
            <a:xfrm>
              <a:off x="3181700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8" name="Google Shape;25438;p46"/>
            <p:cNvSpPr/>
            <p:nvPr/>
          </p:nvSpPr>
          <p:spPr>
            <a:xfrm>
              <a:off x="3301209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9" name="Google Shape;25439;p46"/>
            <p:cNvSpPr/>
            <p:nvPr/>
          </p:nvSpPr>
          <p:spPr>
            <a:xfrm>
              <a:off x="3420717" y="64610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0" name="Google Shape;25440;p46"/>
            <p:cNvSpPr/>
            <p:nvPr/>
          </p:nvSpPr>
          <p:spPr>
            <a:xfrm>
              <a:off x="313503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1" name="Google Shape;25441;p46"/>
            <p:cNvSpPr/>
            <p:nvPr/>
          </p:nvSpPr>
          <p:spPr>
            <a:xfrm>
              <a:off x="433011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2" name="Google Shape;25442;p46"/>
            <p:cNvSpPr/>
            <p:nvPr/>
          </p:nvSpPr>
          <p:spPr>
            <a:xfrm>
              <a:off x="552519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3" name="Google Shape;25443;p46"/>
            <p:cNvSpPr/>
            <p:nvPr/>
          </p:nvSpPr>
          <p:spPr>
            <a:xfrm>
              <a:off x="672027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4" name="Google Shape;25444;p46"/>
            <p:cNvSpPr/>
            <p:nvPr/>
          </p:nvSpPr>
          <p:spPr>
            <a:xfrm>
              <a:off x="791536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5" name="Google Shape;25445;p46"/>
            <p:cNvSpPr/>
            <p:nvPr/>
          </p:nvSpPr>
          <p:spPr>
            <a:xfrm>
              <a:off x="911044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6" name="Google Shape;25446;p46"/>
            <p:cNvSpPr/>
            <p:nvPr/>
          </p:nvSpPr>
          <p:spPr>
            <a:xfrm>
              <a:off x="1030552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7" name="Google Shape;25447;p46"/>
            <p:cNvSpPr/>
            <p:nvPr/>
          </p:nvSpPr>
          <p:spPr>
            <a:xfrm>
              <a:off x="1150060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8" name="Google Shape;25448;p46"/>
            <p:cNvSpPr/>
            <p:nvPr/>
          </p:nvSpPr>
          <p:spPr>
            <a:xfrm>
              <a:off x="1269568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9" name="Google Shape;25449;p46"/>
            <p:cNvSpPr/>
            <p:nvPr/>
          </p:nvSpPr>
          <p:spPr>
            <a:xfrm>
              <a:off x="1389077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0" name="Google Shape;25450;p46"/>
            <p:cNvSpPr/>
            <p:nvPr/>
          </p:nvSpPr>
          <p:spPr>
            <a:xfrm>
              <a:off x="1508585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1" name="Google Shape;25451;p46"/>
            <p:cNvSpPr/>
            <p:nvPr/>
          </p:nvSpPr>
          <p:spPr>
            <a:xfrm>
              <a:off x="1628093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2" name="Google Shape;25452;p46"/>
            <p:cNvSpPr/>
            <p:nvPr/>
          </p:nvSpPr>
          <p:spPr>
            <a:xfrm>
              <a:off x="1747601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3" name="Google Shape;25453;p46"/>
            <p:cNvSpPr/>
            <p:nvPr/>
          </p:nvSpPr>
          <p:spPr>
            <a:xfrm>
              <a:off x="1867110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4" name="Google Shape;25454;p46"/>
            <p:cNvSpPr/>
            <p:nvPr/>
          </p:nvSpPr>
          <p:spPr>
            <a:xfrm>
              <a:off x="1986618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5" name="Google Shape;25455;p46"/>
            <p:cNvSpPr/>
            <p:nvPr/>
          </p:nvSpPr>
          <p:spPr>
            <a:xfrm>
              <a:off x="2106126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6" name="Google Shape;25456;p46"/>
            <p:cNvSpPr/>
            <p:nvPr/>
          </p:nvSpPr>
          <p:spPr>
            <a:xfrm>
              <a:off x="2225634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7" name="Google Shape;25457;p46"/>
            <p:cNvSpPr/>
            <p:nvPr/>
          </p:nvSpPr>
          <p:spPr>
            <a:xfrm>
              <a:off x="2345143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8" name="Google Shape;25458;p46"/>
            <p:cNvSpPr/>
            <p:nvPr/>
          </p:nvSpPr>
          <p:spPr>
            <a:xfrm>
              <a:off x="2464651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9" name="Google Shape;25459;p46"/>
            <p:cNvSpPr/>
            <p:nvPr/>
          </p:nvSpPr>
          <p:spPr>
            <a:xfrm>
              <a:off x="2584159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0" name="Google Shape;25460;p46"/>
            <p:cNvSpPr/>
            <p:nvPr/>
          </p:nvSpPr>
          <p:spPr>
            <a:xfrm>
              <a:off x="2703667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1" name="Google Shape;25461;p46"/>
            <p:cNvSpPr/>
            <p:nvPr/>
          </p:nvSpPr>
          <p:spPr>
            <a:xfrm>
              <a:off x="2823176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2" name="Google Shape;25462;p46"/>
            <p:cNvSpPr/>
            <p:nvPr/>
          </p:nvSpPr>
          <p:spPr>
            <a:xfrm>
              <a:off x="2942684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3" name="Google Shape;25463;p46"/>
            <p:cNvSpPr/>
            <p:nvPr/>
          </p:nvSpPr>
          <p:spPr>
            <a:xfrm>
              <a:off x="3062192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4" name="Google Shape;25464;p46"/>
            <p:cNvSpPr/>
            <p:nvPr/>
          </p:nvSpPr>
          <p:spPr>
            <a:xfrm>
              <a:off x="3181700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5" name="Google Shape;25465;p46"/>
            <p:cNvSpPr/>
            <p:nvPr/>
          </p:nvSpPr>
          <p:spPr>
            <a:xfrm>
              <a:off x="3301209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6" name="Google Shape;25466;p46"/>
            <p:cNvSpPr/>
            <p:nvPr/>
          </p:nvSpPr>
          <p:spPr>
            <a:xfrm>
              <a:off x="3420717" y="75221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7" name="Google Shape;25467;p46"/>
            <p:cNvSpPr/>
            <p:nvPr/>
          </p:nvSpPr>
          <p:spPr>
            <a:xfrm>
              <a:off x="313503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8" name="Google Shape;25468;p46"/>
            <p:cNvSpPr/>
            <p:nvPr/>
          </p:nvSpPr>
          <p:spPr>
            <a:xfrm>
              <a:off x="433011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9" name="Google Shape;25469;p46"/>
            <p:cNvSpPr/>
            <p:nvPr/>
          </p:nvSpPr>
          <p:spPr>
            <a:xfrm>
              <a:off x="552519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0" name="Google Shape;25470;p46"/>
            <p:cNvSpPr/>
            <p:nvPr/>
          </p:nvSpPr>
          <p:spPr>
            <a:xfrm>
              <a:off x="672027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1" name="Google Shape;25471;p46"/>
            <p:cNvSpPr/>
            <p:nvPr/>
          </p:nvSpPr>
          <p:spPr>
            <a:xfrm>
              <a:off x="791536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2" name="Google Shape;25472;p46"/>
            <p:cNvSpPr/>
            <p:nvPr/>
          </p:nvSpPr>
          <p:spPr>
            <a:xfrm>
              <a:off x="911044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3" name="Google Shape;25473;p46"/>
            <p:cNvSpPr/>
            <p:nvPr/>
          </p:nvSpPr>
          <p:spPr>
            <a:xfrm>
              <a:off x="1030552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4" name="Google Shape;25474;p46"/>
            <p:cNvSpPr/>
            <p:nvPr/>
          </p:nvSpPr>
          <p:spPr>
            <a:xfrm>
              <a:off x="1150060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5" name="Google Shape;25475;p46"/>
            <p:cNvSpPr/>
            <p:nvPr/>
          </p:nvSpPr>
          <p:spPr>
            <a:xfrm>
              <a:off x="1269568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6" name="Google Shape;25476;p46"/>
            <p:cNvSpPr/>
            <p:nvPr/>
          </p:nvSpPr>
          <p:spPr>
            <a:xfrm>
              <a:off x="1389077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7" name="Google Shape;25477;p46"/>
            <p:cNvSpPr/>
            <p:nvPr/>
          </p:nvSpPr>
          <p:spPr>
            <a:xfrm>
              <a:off x="1508585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8" name="Google Shape;25478;p46"/>
            <p:cNvSpPr/>
            <p:nvPr/>
          </p:nvSpPr>
          <p:spPr>
            <a:xfrm>
              <a:off x="1628093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9" name="Google Shape;25479;p46"/>
            <p:cNvSpPr/>
            <p:nvPr/>
          </p:nvSpPr>
          <p:spPr>
            <a:xfrm>
              <a:off x="1747601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0" name="Google Shape;25480;p46"/>
            <p:cNvSpPr/>
            <p:nvPr/>
          </p:nvSpPr>
          <p:spPr>
            <a:xfrm>
              <a:off x="1867110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1" name="Google Shape;25481;p46"/>
            <p:cNvSpPr/>
            <p:nvPr/>
          </p:nvSpPr>
          <p:spPr>
            <a:xfrm>
              <a:off x="1986618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2" name="Google Shape;25482;p46"/>
            <p:cNvSpPr/>
            <p:nvPr/>
          </p:nvSpPr>
          <p:spPr>
            <a:xfrm>
              <a:off x="2106126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3" name="Google Shape;25483;p46"/>
            <p:cNvSpPr/>
            <p:nvPr/>
          </p:nvSpPr>
          <p:spPr>
            <a:xfrm>
              <a:off x="2225634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4" name="Google Shape;25484;p46"/>
            <p:cNvSpPr/>
            <p:nvPr/>
          </p:nvSpPr>
          <p:spPr>
            <a:xfrm>
              <a:off x="2345143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5" name="Google Shape;25485;p46"/>
            <p:cNvSpPr/>
            <p:nvPr/>
          </p:nvSpPr>
          <p:spPr>
            <a:xfrm>
              <a:off x="2464651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6" name="Google Shape;25486;p46"/>
            <p:cNvSpPr/>
            <p:nvPr/>
          </p:nvSpPr>
          <p:spPr>
            <a:xfrm>
              <a:off x="2584159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7" name="Google Shape;25487;p46"/>
            <p:cNvSpPr/>
            <p:nvPr/>
          </p:nvSpPr>
          <p:spPr>
            <a:xfrm>
              <a:off x="2703667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8" name="Google Shape;25488;p46"/>
            <p:cNvSpPr/>
            <p:nvPr/>
          </p:nvSpPr>
          <p:spPr>
            <a:xfrm>
              <a:off x="2823176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9" name="Google Shape;25489;p46"/>
            <p:cNvSpPr/>
            <p:nvPr/>
          </p:nvSpPr>
          <p:spPr>
            <a:xfrm>
              <a:off x="2942684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0" name="Google Shape;25490;p46"/>
            <p:cNvSpPr/>
            <p:nvPr/>
          </p:nvSpPr>
          <p:spPr>
            <a:xfrm>
              <a:off x="3062192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1" name="Google Shape;25491;p46"/>
            <p:cNvSpPr/>
            <p:nvPr/>
          </p:nvSpPr>
          <p:spPr>
            <a:xfrm>
              <a:off x="3181700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2" name="Google Shape;25492;p46"/>
            <p:cNvSpPr/>
            <p:nvPr/>
          </p:nvSpPr>
          <p:spPr>
            <a:xfrm>
              <a:off x="3301209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3" name="Google Shape;25493;p46"/>
            <p:cNvSpPr/>
            <p:nvPr/>
          </p:nvSpPr>
          <p:spPr>
            <a:xfrm>
              <a:off x="3420717" y="85832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4" name="Google Shape;25494;p46"/>
            <p:cNvSpPr/>
            <p:nvPr/>
          </p:nvSpPr>
          <p:spPr>
            <a:xfrm>
              <a:off x="313503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5" name="Google Shape;25495;p46"/>
            <p:cNvSpPr/>
            <p:nvPr/>
          </p:nvSpPr>
          <p:spPr>
            <a:xfrm>
              <a:off x="433011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6" name="Google Shape;25496;p46"/>
            <p:cNvSpPr/>
            <p:nvPr/>
          </p:nvSpPr>
          <p:spPr>
            <a:xfrm>
              <a:off x="552519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7" name="Google Shape;25497;p46"/>
            <p:cNvSpPr/>
            <p:nvPr/>
          </p:nvSpPr>
          <p:spPr>
            <a:xfrm>
              <a:off x="672027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8" name="Google Shape;25498;p46"/>
            <p:cNvSpPr/>
            <p:nvPr/>
          </p:nvSpPr>
          <p:spPr>
            <a:xfrm>
              <a:off x="791536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9" name="Google Shape;25499;p46"/>
            <p:cNvSpPr/>
            <p:nvPr/>
          </p:nvSpPr>
          <p:spPr>
            <a:xfrm>
              <a:off x="911044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0" name="Google Shape;25500;p46"/>
            <p:cNvSpPr/>
            <p:nvPr/>
          </p:nvSpPr>
          <p:spPr>
            <a:xfrm>
              <a:off x="1030552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1" name="Google Shape;25501;p46"/>
            <p:cNvSpPr/>
            <p:nvPr/>
          </p:nvSpPr>
          <p:spPr>
            <a:xfrm>
              <a:off x="1150060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2" name="Google Shape;25502;p46"/>
            <p:cNvSpPr/>
            <p:nvPr/>
          </p:nvSpPr>
          <p:spPr>
            <a:xfrm>
              <a:off x="1269568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3" name="Google Shape;25503;p46"/>
            <p:cNvSpPr/>
            <p:nvPr/>
          </p:nvSpPr>
          <p:spPr>
            <a:xfrm>
              <a:off x="1389077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4" name="Google Shape;25504;p46"/>
            <p:cNvSpPr/>
            <p:nvPr/>
          </p:nvSpPr>
          <p:spPr>
            <a:xfrm>
              <a:off x="1508585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5" name="Google Shape;25505;p46"/>
            <p:cNvSpPr/>
            <p:nvPr/>
          </p:nvSpPr>
          <p:spPr>
            <a:xfrm>
              <a:off x="1628093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6" name="Google Shape;25506;p46"/>
            <p:cNvSpPr/>
            <p:nvPr/>
          </p:nvSpPr>
          <p:spPr>
            <a:xfrm>
              <a:off x="1747601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7" name="Google Shape;25507;p46"/>
            <p:cNvSpPr/>
            <p:nvPr/>
          </p:nvSpPr>
          <p:spPr>
            <a:xfrm>
              <a:off x="1867110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8" name="Google Shape;25508;p46"/>
            <p:cNvSpPr/>
            <p:nvPr/>
          </p:nvSpPr>
          <p:spPr>
            <a:xfrm>
              <a:off x="1986618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9" name="Google Shape;25509;p46"/>
            <p:cNvSpPr/>
            <p:nvPr/>
          </p:nvSpPr>
          <p:spPr>
            <a:xfrm>
              <a:off x="2106126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0" name="Google Shape;25510;p46"/>
            <p:cNvSpPr/>
            <p:nvPr/>
          </p:nvSpPr>
          <p:spPr>
            <a:xfrm>
              <a:off x="2225634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1" name="Google Shape;25511;p46"/>
            <p:cNvSpPr/>
            <p:nvPr/>
          </p:nvSpPr>
          <p:spPr>
            <a:xfrm>
              <a:off x="2345143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2" name="Google Shape;25512;p46"/>
            <p:cNvSpPr/>
            <p:nvPr/>
          </p:nvSpPr>
          <p:spPr>
            <a:xfrm>
              <a:off x="2464651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3" name="Google Shape;25513;p46"/>
            <p:cNvSpPr/>
            <p:nvPr/>
          </p:nvSpPr>
          <p:spPr>
            <a:xfrm>
              <a:off x="2584159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4" name="Google Shape;25514;p46"/>
            <p:cNvSpPr/>
            <p:nvPr/>
          </p:nvSpPr>
          <p:spPr>
            <a:xfrm>
              <a:off x="2703667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5" name="Google Shape;25515;p46"/>
            <p:cNvSpPr/>
            <p:nvPr/>
          </p:nvSpPr>
          <p:spPr>
            <a:xfrm>
              <a:off x="2823176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6" name="Google Shape;25516;p46"/>
            <p:cNvSpPr/>
            <p:nvPr/>
          </p:nvSpPr>
          <p:spPr>
            <a:xfrm>
              <a:off x="2942684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7" name="Google Shape;25517;p46"/>
            <p:cNvSpPr/>
            <p:nvPr/>
          </p:nvSpPr>
          <p:spPr>
            <a:xfrm>
              <a:off x="3062192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8" name="Google Shape;25518;p46"/>
            <p:cNvSpPr/>
            <p:nvPr/>
          </p:nvSpPr>
          <p:spPr>
            <a:xfrm>
              <a:off x="3181700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9" name="Google Shape;25519;p46"/>
            <p:cNvSpPr/>
            <p:nvPr/>
          </p:nvSpPr>
          <p:spPr>
            <a:xfrm>
              <a:off x="3301209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0" name="Google Shape;25520;p46"/>
            <p:cNvSpPr/>
            <p:nvPr/>
          </p:nvSpPr>
          <p:spPr>
            <a:xfrm>
              <a:off x="3420717" y="96442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1" name="Google Shape;25521;p46"/>
            <p:cNvSpPr/>
            <p:nvPr/>
          </p:nvSpPr>
          <p:spPr>
            <a:xfrm>
              <a:off x="313503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2" name="Google Shape;25522;p46"/>
            <p:cNvSpPr/>
            <p:nvPr/>
          </p:nvSpPr>
          <p:spPr>
            <a:xfrm>
              <a:off x="433011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3" name="Google Shape;25523;p46"/>
            <p:cNvSpPr/>
            <p:nvPr/>
          </p:nvSpPr>
          <p:spPr>
            <a:xfrm>
              <a:off x="552519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4" name="Google Shape;25524;p46"/>
            <p:cNvSpPr/>
            <p:nvPr/>
          </p:nvSpPr>
          <p:spPr>
            <a:xfrm>
              <a:off x="672027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5" name="Google Shape;25525;p46"/>
            <p:cNvSpPr/>
            <p:nvPr/>
          </p:nvSpPr>
          <p:spPr>
            <a:xfrm>
              <a:off x="791536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6" name="Google Shape;25526;p46"/>
            <p:cNvSpPr/>
            <p:nvPr/>
          </p:nvSpPr>
          <p:spPr>
            <a:xfrm>
              <a:off x="911044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7" name="Google Shape;25527;p46"/>
            <p:cNvSpPr/>
            <p:nvPr/>
          </p:nvSpPr>
          <p:spPr>
            <a:xfrm>
              <a:off x="1030552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8" name="Google Shape;25528;p46"/>
            <p:cNvSpPr/>
            <p:nvPr/>
          </p:nvSpPr>
          <p:spPr>
            <a:xfrm>
              <a:off x="1150060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9" name="Google Shape;25529;p46"/>
            <p:cNvSpPr/>
            <p:nvPr/>
          </p:nvSpPr>
          <p:spPr>
            <a:xfrm>
              <a:off x="1269568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0" name="Google Shape;25530;p46"/>
            <p:cNvSpPr/>
            <p:nvPr/>
          </p:nvSpPr>
          <p:spPr>
            <a:xfrm>
              <a:off x="1389077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1" name="Google Shape;25531;p46"/>
            <p:cNvSpPr/>
            <p:nvPr/>
          </p:nvSpPr>
          <p:spPr>
            <a:xfrm>
              <a:off x="1508585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2" name="Google Shape;25532;p46"/>
            <p:cNvSpPr/>
            <p:nvPr/>
          </p:nvSpPr>
          <p:spPr>
            <a:xfrm>
              <a:off x="1628093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3" name="Google Shape;25533;p46"/>
            <p:cNvSpPr/>
            <p:nvPr/>
          </p:nvSpPr>
          <p:spPr>
            <a:xfrm>
              <a:off x="1747601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4" name="Google Shape;25534;p46"/>
            <p:cNvSpPr/>
            <p:nvPr/>
          </p:nvSpPr>
          <p:spPr>
            <a:xfrm>
              <a:off x="1867110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5" name="Google Shape;25535;p46"/>
            <p:cNvSpPr/>
            <p:nvPr/>
          </p:nvSpPr>
          <p:spPr>
            <a:xfrm>
              <a:off x="1986618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6" name="Google Shape;25536;p46"/>
            <p:cNvSpPr/>
            <p:nvPr/>
          </p:nvSpPr>
          <p:spPr>
            <a:xfrm>
              <a:off x="2106126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7" name="Google Shape;25537;p46"/>
            <p:cNvSpPr/>
            <p:nvPr/>
          </p:nvSpPr>
          <p:spPr>
            <a:xfrm>
              <a:off x="2225634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8" name="Google Shape;25538;p46"/>
            <p:cNvSpPr/>
            <p:nvPr/>
          </p:nvSpPr>
          <p:spPr>
            <a:xfrm>
              <a:off x="2345143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9" name="Google Shape;25539;p46"/>
            <p:cNvSpPr/>
            <p:nvPr/>
          </p:nvSpPr>
          <p:spPr>
            <a:xfrm>
              <a:off x="2464651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0" name="Google Shape;25540;p46"/>
            <p:cNvSpPr/>
            <p:nvPr/>
          </p:nvSpPr>
          <p:spPr>
            <a:xfrm>
              <a:off x="2584159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1" name="Google Shape;25541;p46"/>
            <p:cNvSpPr/>
            <p:nvPr/>
          </p:nvSpPr>
          <p:spPr>
            <a:xfrm>
              <a:off x="2703667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2" name="Google Shape;25542;p46"/>
            <p:cNvSpPr/>
            <p:nvPr/>
          </p:nvSpPr>
          <p:spPr>
            <a:xfrm>
              <a:off x="2823176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3" name="Google Shape;25543;p46"/>
            <p:cNvSpPr/>
            <p:nvPr/>
          </p:nvSpPr>
          <p:spPr>
            <a:xfrm>
              <a:off x="2942684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4" name="Google Shape;25544;p46"/>
            <p:cNvSpPr/>
            <p:nvPr/>
          </p:nvSpPr>
          <p:spPr>
            <a:xfrm>
              <a:off x="3062192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5" name="Google Shape;25545;p46"/>
            <p:cNvSpPr/>
            <p:nvPr/>
          </p:nvSpPr>
          <p:spPr>
            <a:xfrm>
              <a:off x="3181700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6" name="Google Shape;25546;p46"/>
            <p:cNvSpPr/>
            <p:nvPr/>
          </p:nvSpPr>
          <p:spPr>
            <a:xfrm>
              <a:off x="3301209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7" name="Google Shape;25547;p46"/>
            <p:cNvSpPr/>
            <p:nvPr/>
          </p:nvSpPr>
          <p:spPr>
            <a:xfrm>
              <a:off x="3420717" y="107053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8" name="Google Shape;25548;p46"/>
            <p:cNvSpPr/>
            <p:nvPr/>
          </p:nvSpPr>
          <p:spPr>
            <a:xfrm>
              <a:off x="313503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9" name="Google Shape;25549;p46"/>
            <p:cNvSpPr/>
            <p:nvPr/>
          </p:nvSpPr>
          <p:spPr>
            <a:xfrm>
              <a:off x="433011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0" name="Google Shape;25550;p46"/>
            <p:cNvSpPr/>
            <p:nvPr/>
          </p:nvSpPr>
          <p:spPr>
            <a:xfrm>
              <a:off x="552519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1" name="Google Shape;25551;p46"/>
            <p:cNvSpPr/>
            <p:nvPr/>
          </p:nvSpPr>
          <p:spPr>
            <a:xfrm>
              <a:off x="672027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2" name="Google Shape;25552;p46"/>
            <p:cNvSpPr/>
            <p:nvPr/>
          </p:nvSpPr>
          <p:spPr>
            <a:xfrm>
              <a:off x="791536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3" name="Google Shape;25553;p46"/>
            <p:cNvSpPr/>
            <p:nvPr/>
          </p:nvSpPr>
          <p:spPr>
            <a:xfrm>
              <a:off x="911044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4" name="Google Shape;25554;p46"/>
            <p:cNvSpPr/>
            <p:nvPr/>
          </p:nvSpPr>
          <p:spPr>
            <a:xfrm>
              <a:off x="1030552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5" name="Google Shape;25555;p46"/>
            <p:cNvSpPr/>
            <p:nvPr/>
          </p:nvSpPr>
          <p:spPr>
            <a:xfrm>
              <a:off x="1150060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6" name="Google Shape;25556;p46"/>
            <p:cNvSpPr/>
            <p:nvPr/>
          </p:nvSpPr>
          <p:spPr>
            <a:xfrm>
              <a:off x="1269568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7" name="Google Shape;25557;p46"/>
            <p:cNvSpPr/>
            <p:nvPr/>
          </p:nvSpPr>
          <p:spPr>
            <a:xfrm>
              <a:off x="1389077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8" name="Google Shape;25558;p46"/>
            <p:cNvSpPr/>
            <p:nvPr/>
          </p:nvSpPr>
          <p:spPr>
            <a:xfrm>
              <a:off x="1508585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9" name="Google Shape;25559;p46"/>
            <p:cNvSpPr/>
            <p:nvPr/>
          </p:nvSpPr>
          <p:spPr>
            <a:xfrm>
              <a:off x="1628093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0" name="Google Shape;25560;p46"/>
            <p:cNvSpPr/>
            <p:nvPr/>
          </p:nvSpPr>
          <p:spPr>
            <a:xfrm>
              <a:off x="1747601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1" name="Google Shape;25561;p46"/>
            <p:cNvSpPr/>
            <p:nvPr/>
          </p:nvSpPr>
          <p:spPr>
            <a:xfrm>
              <a:off x="1867110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2" name="Google Shape;25562;p46"/>
            <p:cNvSpPr/>
            <p:nvPr/>
          </p:nvSpPr>
          <p:spPr>
            <a:xfrm>
              <a:off x="1986618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3" name="Google Shape;25563;p46"/>
            <p:cNvSpPr/>
            <p:nvPr/>
          </p:nvSpPr>
          <p:spPr>
            <a:xfrm>
              <a:off x="2106126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4" name="Google Shape;25564;p46"/>
            <p:cNvSpPr/>
            <p:nvPr/>
          </p:nvSpPr>
          <p:spPr>
            <a:xfrm>
              <a:off x="2225634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5" name="Google Shape;25565;p46"/>
            <p:cNvSpPr/>
            <p:nvPr/>
          </p:nvSpPr>
          <p:spPr>
            <a:xfrm>
              <a:off x="2345143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6" name="Google Shape;25566;p46"/>
            <p:cNvSpPr/>
            <p:nvPr/>
          </p:nvSpPr>
          <p:spPr>
            <a:xfrm>
              <a:off x="2464651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7" name="Google Shape;25567;p46"/>
            <p:cNvSpPr/>
            <p:nvPr/>
          </p:nvSpPr>
          <p:spPr>
            <a:xfrm>
              <a:off x="2584159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8" name="Google Shape;25568;p46"/>
            <p:cNvSpPr/>
            <p:nvPr/>
          </p:nvSpPr>
          <p:spPr>
            <a:xfrm>
              <a:off x="2703667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9" name="Google Shape;25569;p46"/>
            <p:cNvSpPr/>
            <p:nvPr/>
          </p:nvSpPr>
          <p:spPr>
            <a:xfrm>
              <a:off x="2823176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0" name="Google Shape;25570;p46"/>
            <p:cNvSpPr/>
            <p:nvPr/>
          </p:nvSpPr>
          <p:spPr>
            <a:xfrm>
              <a:off x="2942684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1" name="Google Shape;25571;p46"/>
            <p:cNvSpPr/>
            <p:nvPr/>
          </p:nvSpPr>
          <p:spPr>
            <a:xfrm>
              <a:off x="3062192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2" name="Google Shape;25572;p46"/>
            <p:cNvSpPr/>
            <p:nvPr/>
          </p:nvSpPr>
          <p:spPr>
            <a:xfrm>
              <a:off x="3181700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3" name="Google Shape;25573;p46"/>
            <p:cNvSpPr/>
            <p:nvPr/>
          </p:nvSpPr>
          <p:spPr>
            <a:xfrm>
              <a:off x="3301209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4" name="Google Shape;25574;p46"/>
            <p:cNvSpPr/>
            <p:nvPr/>
          </p:nvSpPr>
          <p:spPr>
            <a:xfrm>
              <a:off x="3420717" y="117664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5" name="Google Shape;25575;p46"/>
            <p:cNvSpPr/>
            <p:nvPr/>
          </p:nvSpPr>
          <p:spPr>
            <a:xfrm>
              <a:off x="313503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6" name="Google Shape;25576;p46"/>
            <p:cNvSpPr/>
            <p:nvPr/>
          </p:nvSpPr>
          <p:spPr>
            <a:xfrm>
              <a:off x="433011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7" name="Google Shape;25577;p46"/>
            <p:cNvSpPr/>
            <p:nvPr/>
          </p:nvSpPr>
          <p:spPr>
            <a:xfrm>
              <a:off x="552519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8" name="Google Shape;25578;p46"/>
            <p:cNvSpPr/>
            <p:nvPr/>
          </p:nvSpPr>
          <p:spPr>
            <a:xfrm>
              <a:off x="672027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9" name="Google Shape;25579;p46"/>
            <p:cNvSpPr/>
            <p:nvPr/>
          </p:nvSpPr>
          <p:spPr>
            <a:xfrm>
              <a:off x="791536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0" name="Google Shape;25580;p46"/>
            <p:cNvSpPr/>
            <p:nvPr/>
          </p:nvSpPr>
          <p:spPr>
            <a:xfrm>
              <a:off x="911044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1" name="Google Shape;25581;p46"/>
            <p:cNvSpPr/>
            <p:nvPr/>
          </p:nvSpPr>
          <p:spPr>
            <a:xfrm>
              <a:off x="1030552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2" name="Google Shape;25582;p46"/>
            <p:cNvSpPr/>
            <p:nvPr/>
          </p:nvSpPr>
          <p:spPr>
            <a:xfrm>
              <a:off x="1150060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3" name="Google Shape;25583;p46"/>
            <p:cNvSpPr/>
            <p:nvPr/>
          </p:nvSpPr>
          <p:spPr>
            <a:xfrm>
              <a:off x="1269568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4" name="Google Shape;25584;p46"/>
            <p:cNvSpPr/>
            <p:nvPr/>
          </p:nvSpPr>
          <p:spPr>
            <a:xfrm>
              <a:off x="1389077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5" name="Google Shape;25585;p46"/>
            <p:cNvSpPr/>
            <p:nvPr/>
          </p:nvSpPr>
          <p:spPr>
            <a:xfrm>
              <a:off x="1508585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6" name="Google Shape;25586;p46"/>
            <p:cNvSpPr/>
            <p:nvPr/>
          </p:nvSpPr>
          <p:spPr>
            <a:xfrm>
              <a:off x="1628093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7" name="Google Shape;25587;p46"/>
            <p:cNvSpPr/>
            <p:nvPr/>
          </p:nvSpPr>
          <p:spPr>
            <a:xfrm>
              <a:off x="1747601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8" name="Google Shape;25588;p46"/>
            <p:cNvSpPr/>
            <p:nvPr/>
          </p:nvSpPr>
          <p:spPr>
            <a:xfrm>
              <a:off x="1867110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9" name="Google Shape;25589;p46"/>
            <p:cNvSpPr/>
            <p:nvPr/>
          </p:nvSpPr>
          <p:spPr>
            <a:xfrm>
              <a:off x="1986618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0" name="Google Shape;25590;p46"/>
            <p:cNvSpPr/>
            <p:nvPr/>
          </p:nvSpPr>
          <p:spPr>
            <a:xfrm>
              <a:off x="2106126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1" name="Google Shape;25591;p46"/>
            <p:cNvSpPr/>
            <p:nvPr/>
          </p:nvSpPr>
          <p:spPr>
            <a:xfrm>
              <a:off x="2225634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2" name="Google Shape;25592;p46"/>
            <p:cNvSpPr/>
            <p:nvPr/>
          </p:nvSpPr>
          <p:spPr>
            <a:xfrm>
              <a:off x="2345143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3" name="Google Shape;25593;p46"/>
            <p:cNvSpPr/>
            <p:nvPr/>
          </p:nvSpPr>
          <p:spPr>
            <a:xfrm>
              <a:off x="2464651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4" name="Google Shape;25594;p46"/>
            <p:cNvSpPr/>
            <p:nvPr/>
          </p:nvSpPr>
          <p:spPr>
            <a:xfrm>
              <a:off x="2584159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5" name="Google Shape;25595;p46"/>
            <p:cNvSpPr/>
            <p:nvPr/>
          </p:nvSpPr>
          <p:spPr>
            <a:xfrm>
              <a:off x="2703667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6" name="Google Shape;25596;p46"/>
            <p:cNvSpPr/>
            <p:nvPr/>
          </p:nvSpPr>
          <p:spPr>
            <a:xfrm>
              <a:off x="2823176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7" name="Google Shape;25597;p46"/>
            <p:cNvSpPr/>
            <p:nvPr/>
          </p:nvSpPr>
          <p:spPr>
            <a:xfrm>
              <a:off x="2942684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8" name="Google Shape;25598;p46"/>
            <p:cNvSpPr/>
            <p:nvPr/>
          </p:nvSpPr>
          <p:spPr>
            <a:xfrm>
              <a:off x="3062192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9" name="Google Shape;25599;p46"/>
            <p:cNvSpPr/>
            <p:nvPr/>
          </p:nvSpPr>
          <p:spPr>
            <a:xfrm>
              <a:off x="3181700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0" name="Google Shape;25600;p46"/>
            <p:cNvSpPr/>
            <p:nvPr/>
          </p:nvSpPr>
          <p:spPr>
            <a:xfrm>
              <a:off x="3301209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1" name="Google Shape;25601;p46"/>
            <p:cNvSpPr/>
            <p:nvPr/>
          </p:nvSpPr>
          <p:spPr>
            <a:xfrm>
              <a:off x="3420717" y="128275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2" name="Google Shape;25602;p46"/>
            <p:cNvSpPr/>
            <p:nvPr/>
          </p:nvSpPr>
          <p:spPr>
            <a:xfrm>
              <a:off x="313503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3" name="Google Shape;25603;p46"/>
            <p:cNvSpPr/>
            <p:nvPr/>
          </p:nvSpPr>
          <p:spPr>
            <a:xfrm>
              <a:off x="433011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4" name="Google Shape;25604;p46"/>
            <p:cNvSpPr/>
            <p:nvPr/>
          </p:nvSpPr>
          <p:spPr>
            <a:xfrm>
              <a:off x="552519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5" name="Google Shape;25605;p46"/>
            <p:cNvSpPr/>
            <p:nvPr/>
          </p:nvSpPr>
          <p:spPr>
            <a:xfrm>
              <a:off x="672027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6" name="Google Shape;25606;p46"/>
            <p:cNvSpPr/>
            <p:nvPr/>
          </p:nvSpPr>
          <p:spPr>
            <a:xfrm>
              <a:off x="791536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7" name="Google Shape;25607;p46"/>
            <p:cNvSpPr/>
            <p:nvPr/>
          </p:nvSpPr>
          <p:spPr>
            <a:xfrm>
              <a:off x="911044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8" name="Google Shape;25608;p46"/>
            <p:cNvSpPr/>
            <p:nvPr/>
          </p:nvSpPr>
          <p:spPr>
            <a:xfrm>
              <a:off x="1030552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9" name="Google Shape;25609;p46"/>
            <p:cNvSpPr/>
            <p:nvPr/>
          </p:nvSpPr>
          <p:spPr>
            <a:xfrm>
              <a:off x="1150060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0" name="Google Shape;25610;p46"/>
            <p:cNvSpPr/>
            <p:nvPr/>
          </p:nvSpPr>
          <p:spPr>
            <a:xfrm>
              <a:off x="1269568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1" name="Google Shape;25611;p46"/>
            <p:cNvSpPr/>
            <p:nvPr/>
          </p:nvSpPr>
          <p:spPr>
            <a:xfrm>
              <a:off x="1389077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2" name="Google Shape;25612;p46"/>
            <p:cNvSpPr/>
            <p:nvPr/>
          </p:nvSpPr>
          <p:spPr>
            <a:xfrm>
              <a:off x="1508585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3" name="Google Shape;25613;p46"/>
            <p:cNvSpPr/>
            <p:nvPr/>
          </p:nvSpPr>
          <p:spPr>
            <a:xfrm>
              <a:off x="1628093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4" name="Google Shape;25614;p46"/>
            <p:cNvSpPr/>
            <p:nvPr/>
          </p:nvSpPr>
          <p:spPr>
            <a:xfrm>
              <a:off x="1747601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5" name="Google Shape;25615;p46"/>
            <p:cNvSpPr/>
            <p:nvPr/>
          </p:nvSpPr>
          <p:spPr>
            <a:xfrm>
              <a:off x="1867110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6" name="Google Shape;25616;p46"/>
            <p:cNvSpPr/>
            <p:nvPr/>
          </p:nvSpPr>
          <p:spPr>
            <a:xfrm>
              <a:off x="1986618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7" name="Google Shape;25617;p46"/>
            <p:cNvSpPr/>
            <p:nvPr/>
          </p:nvSpPr>
          <p:spPr>
            <a:xfrm>
              <a:off x="2106126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8" name="Google Shape;25618;p46"/>
            <p:cNvSpPr/>
            <p:nvPr/>
          </p:nvSpPr>
          <p:spPr>
            <a:xfrm>
              <a:off x="2225634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9" name="Google Shape;25619;p46"/>
            <p:cNvSpPr/>
            <p:nvPr/>
          </p:nvSpPr>
          <p:spPr>
            <a:xfrm>
              <a:off x="2345143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0" name="Google Shape;25620;p46"/>
            <p:cNvSpPr/>
            <p:nvPr/>
          </p:nvSpPr>
          <p:spPr>
            <a:xfrm>
              <a:off x="2464651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1" name="Google Shape;25621;p46"/>
            <p:cNvSpPr/>
            <p:nvPr/>
          </p:nvSpPr>
          <p:spPr>
            <a:xfrm>
              <a:off x="2584159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2" name="Google Shape;25622;p46"/>
            <p:cNvSpPr/>
            <p:nvPr/>
          </p:nvSpPr>
          <p:spPr>
            <a:xfrm>
              <a:off x="2703667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3" name="Google Shape;25623;p46"/>
            <p:cNvSpPr/>
            <p:nvPr/>
          </p:nvSpPr>
          <p:spPr>
            <a:xfrm>
              <a:off x="2823176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4" name="Google Shape;25624;p46"/>
            <p:cNvSpPr/>
            <p:nvPr/>
          </p:nvSpPr>
          <p:spPr>
            <a:xfrm>
              <a:off x="2942684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5" name="Google Shape;25625;p46"/>
            <p:cNvSpPr/>
            <p:nvPr/>
          </p:nvSpPr>
          <p:spPr>
            <a:xfrm>
              <a:off x="3062192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6" name="Google Shape;25626;p46"/>
            <p:cNvSpPr/>
            <p:nvPr/>
          </p:nvSpPr>
          <p:spPr>
            <a:xfrm>
              <a:off x="3181700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7" name="Google Shape;25627;p46"/>
            <p:cNvSpPr/>
            <p:nvPr/>
          </p:nvSpPr>
          <p:spPr>
            <a:xfrm>
              <a:off x="3301209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8" name="Google Shape;25628;p46"/>
            <p:cNvSpPr/>
            <p:nvPr/>
          </p:nvSpPr>
          <p:spPr>
            <a:xfrm>
              <a:off x="3420717" y="138885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9" name="Google Shape;25629;p46"/>
            <p:cNvSpPr/>
            <p:nvPr/>
          </p:nvSpPr>
          <p:spPr>
            <a:xfrm>
              <a:off x="313503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0" name="Google Shape;25630;p46"/>
            <p:cNvSpPr/>
            <p:nvPr/>
          </p:nvSpPr>
          <p:spPr>
            <a:xfrm>
              <a:off x="433011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1" name="Google Shape;25631;p46"/>
            <p:cNvSpPr/>
            <p:nvPr/>
          </p:nvSpPr>
          <p:spPr>
            <a:xfrm>
              <a:off x="552519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2" name="Google Shape;25632;p46"/>
            <p:cNvSpPr/>
            <p:nvPr/>
          </p:nvSpPr>
          <p:spPr>
            <a:xfrm>
              <a:off x="672027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3" name="Google Shape;25633;p46"/>
            <p:cNvSpPr/>
            <p:nvPr/>
          </p:nvSpPr>
          <p:spPr>
            <a:xfrm>
              <a:off x="791536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4" name="Google Shape;25634;p46"/>
            <p:cNvSpPr/>
            <p:nvPr/>
          </p:nvSpPr>
          <p:spPr>
            <a:xfrm>
              <a:off x="911044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5" name="Google Shape;25635;p46"/>
            <p:cNvSpPr/>
            <p:nvPr/>
          </p:nvSpPr>
          <p:spPr>
            <a:xfrm>
              <a:off x="1030552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6" name="Google Shape;25636;p46"/>
            <p:cNvSpPr/>
            <p:nvPr/>
          </p:nvSpPr>
          <p:spPr>
            <a:xfrm>
              <a:off x="1150060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7" name="Google Shape;25637;p46"/>
            <p:cNvSpPr/>
            <p:nvPr/>
          </p:nvSpPr>
          <p:spPr>
            <a:xfrm>
              <a:off x="1269568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8" name="Google Shape;25638;p46"/>
            <p:cNvSpPr/>
            <p:nvPr/>
          </p:nvSpPr>
          <p:spPr>
            <a:xfrm>
              <a:off x="1389077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9" name="Google Shape;25639;p46"/>
            <p:cNvSpPr/>
            <p:nvPr/>
          </p:nvSpPr>
          <p:spPr>
            <a:xfrm>
              <a:off x="1508585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0" name="Google Shape;25640;p46"/>
            <p:cNvSpPr/>
            <p:nvPr/>
          </p:nvSpPr>
          <p:spPr>
            <a:xfrm>
              <a:off x="1628093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1" name="Google Shape;25641;p46"/>
            <p:cNvSpPr/>
            <p:nvPr/>
          </p:nvSpPr>
          <p:spPr>
            <a:xfrm>
              <a:off x="1747601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2" name="Google Shape;25642;p46"/>
            <p:cNvSpPr/>
            <p:nvPr/>
          </p:nvSpPr>
          <p:spPr>
            <a:xfrm>
              <a:off x="1867110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3" name="Google Shape;25643;p46"/>
            <p:cNvSpPr/>
            <p:nvPr/>
          </p:nvSpPr>
          <p:spPr>
            <a:xfrm>
              <a:off x="1986618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4" name="Google Shape;25644;p46"/>
            <p:cNvSpPr/>
            <p:nvPr/>
          </p:nvSpPr>
          <p:spPr>
            <a:xfrm>
              <a:off x="2106126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5" name="Google Shape;25645;p46"/>
            <p:cNvSpPr/>
            <p:nvPr/>
          </p:nvSpPr>
          <p:spPr>
            <a:xfrm>
              <a:off x="2225634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6" name="Google Shape;25646;p46"/>
            <p:cNvSpPr/>
            <p:nvPr/>
          </p:nvSpPr>
          <p:spPr>
            <a:xfrm>
              <a:off x="2345143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7" name="Google Shape;25647;p46"/>
            <p:cNvSpPr/>
            <p:nvPr/>
          </p:nvSpPr>
          <p:spPr>
            <a:xfrm>
              <a:off x="2464651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8" name="Google Shape;25648;p46"/>
            <p:cNvSpPr/>
            <p:nvPr/>
          </p:nvSpPr>
          <p:spPr>
            <a:xfrm>
              <a:off x="2584159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9" name="Google Shape;25649;p46"/>
            <p:cNvSpPr/>
            <p:nvPr/>
          </p:nvSpPr>
          <p:spPr>
            <a:xfrm>
              <a:off x="2703667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0" name="Google Shape;25650;p46"/>
            <p:cNvSpPr/>
            <p:nvPr/>
          </p:nvSpPr>
          <p:spPr>
            <a:xfrm>
              <a:off x="2823176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1" name="Google Shape;25651;p46"/>
            <p:cNvSpPr/>
            <p:nvPr/>
          </p:nvSpPr>
          <p:spPr>
            <a:xfrm>
              <a:off x="2942684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2" name="Google Shape;25652;p46"/>
            <p:cNvSpPr/>
            <p:nvPr/>
          </p:nvSpPr>
          <p:spPr>
            <a:xfrm>
              <a:off x="3062192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3" name="Google Shape;25653;p46"/>
            <p:cNvSpPr/>
            <p:nvPr/>
          </p:nvSpPr>
          <p:spPr>
            <a:xfrm>
              <a:off x="3181700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4" name="Google Shape;25654;p46"/>
            <p:cNvSpPr/>
            <p:nvPr/>
          </p:nvSpPr>
          <p:spPr>
            <a:xfrm>
              <a:off x="3301209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5" name="Google Shape;25655;p46"/>
            <p:cNvSpPr/>
            <p:nvPr/>
          </p:nvSpPr>
          <p:spPr>
            <a:xfrm>
              <a:off x="3420717" y="149496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6" name="Google Shape;25656;p46"/>
            <p:cNvSpPr/>
            <p:nvPr/>
          </p:nvSpPr>
          <p:spPr>
            <a:xfrm>
              <a:off x="313503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7" name="Google Shape;25657;p46"/>
            <p:cNvSpPr/>
            <p:nvPr/>
          </p:nvSpPr>
          <p:spPr>
            <a:xfrm>
              <a:off x="433011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8" name="Google Shape;25658;p46"/>
            <p:cNvSpPr/>
            <p:nvPr/>
          </p:nvSpPr>
          <p:spPr>
            <a:xfrm>
              <a:off x="552519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9" name="Google Shape;25659;p46"/>
            <p:cNvSpPr/>
            <p:nvPr/>
          </p:nvSpPr>
          <p:spPr>
            <a:xfrm>
              <a:off x="672027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0" name="Google Shape;25660;p46"/>
            <p:cNvSpPr/>
            <p:nvPr/>
          </p:nvSpPr>
          <p:spPr>
            <a:xfrm>
              <a:off x="791536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1" name="Google Shape;25661;p46"/>
            <p:cNvSpPr/>
            <p:nvPr/>
          </p:nvSpPr>
          <p:spPr>
            <a:xfrm>
              <a:off x="911044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2" name="Google Shape;25662;p46"/>
            <p:cNvSpPr/>
            <p:nvPr/>
          </p:nvSpPr>
          <p:spPr>
            <a:xfrm>
              <a:off x="1030552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3" name="Google Shape;25663;p46"/>
            <p:cNvSpPr/>
            <p:nvPr/>
          </p:nvSpPr>
          <p:spPr>
            <a:xfrm>
              <a:off x="1150060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4" name="Google Shape;25664;p46"/>
            <p:cNvSpPr/>
            <p:nvPr/>
          </p:nvSpPr>
          <p:spPr>
            <a:xfrm>
              <a:off x="1269568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5" name="Google Shape;25665;p46"/>
            <p:cNvSpPr/>
            <p:nvPr/>
          </p:nvSpPr>
          <p:spPr>
            <a:xfrm>
              <a:off x="1389077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6" name="Google Shape;25666;p46"/>
            <p:cNvSpPr/>
            <p:nvPr/>
          </p:nvSpPr>
          <p:spPr>
            <a:xfrm>
              <a:off x="1508585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7" name="Google Shape;25667;p46"/>
            <p:cNvSpPr/>
            <p:nvPr/>
          </p:nvSpPr>
          <p:spPr>
            <a:xfrm>
              <a:off x="1628093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8" name="Google Shape;25668;p46"/>
            <p:cNvSpPr/>
            <p:nvPr/>
          </p:nvSpPr>
          <p:spPr>
            <a:xfrm>
              <a:off x="1747601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9" name="Google Shape;25669;p46"/>
            <p:cNvSpPr/>
            <p:nvPr/>
          </p:nvSpPr>
          <p:spPr>
            <a:xfrm>
              <a:off x="1867110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0" name="Google Shape;25670;p46"/>
            <p:cNvSpPr/>
            <p:nvPr/>
          </p:nvSpPr>
          <p:spPr>
            <a:xfrm>
              <a:off x="1986618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1" name="Google Shape;25671;p46"/>
            <p:cNvSpPr/>
            <p:nvPr/>
          </p:nvSpPr>
          <p:spPr>
            <a:xfrm>
              <a:off x="2106126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2" name="Google Shape;25672;p46"/>
            <p:cNvSpPr/>
            <p:nvPr/>
          </p:nvSpPr>
          <p:spPr>
            <a:xfrm>
              <a:off x="2225634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3" name="Google Shape;25673;p46"/>
            <p:cNvSpPr/>
            <p:nvPr/>
          </p:nvSpPr>
          <p:spPr>
            <a:xfrm>
              <a:off x="2345143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4" name="Google Shape;25674;p46"/>
            <p:cNvSpPr/>
            <p:nvPr/>
          </p:nvSpPr>
          <p:spPr>
            <a:xfrm>
              <a:off x="2464651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5" name="Google Shape;25675;p46"/>
            <p:cNvSpPr/>
            <p:nvPr/>
          </p:nvSpPr>
          <p:spPr>
            <a:xfrm>
              <a:off x="2584159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6" name="Google Shape;25676;p46"/>
            <p:cNvSpPr/>
            <p:nvPr/>
          </p:nvSpPr>
          <p:spPr>
            <a:xfrm>
              <a:off x="2703667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7" name="Google Shape;25677;p46"/>
            <p:cNvSpPr/>
            <p:nvPr/>
          </p:nvSpPr>
          <p:spPr>
            <a:xfrm>
              <a:off x="2823176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8" name="Google Shape;25678;p46"/>
            <p:cNvSpPr/>
            <p:nvPr/>
          </p:nvSpPr>
          <p:spPr>
            <a:xfrm>
              <a:off x="2942684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9" name="Google Shape;25679;p46"/>
            <p:cNvSpPr/>
            <p:nvPr/>
          </p:nvSpPr>
          <p:spPr>
            <a:xfrm>
              <a:off x="3062192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0" name="Google Shape;25680;p46"/>
            <p:cNvSpPr/>
            <p:nvPr/>
          </p:nvSpPr>
          <p:spPr>
            <a:xfrm>
              <a:off x="3181700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1" name="Google Shape;25681;p46"/>
            <p:cNvSpPr/>
            <p:nvPr/>
          </p:nvSpPr>
          <p:spPr>
            <a:xfrm>
              <a:off x="3301209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2" name="Google Shape;25682;p46"/>
            <p:cNvSpPr/>
            <p:nvPr/>
          </p:nvSpPr>
          <p:spPr>
            <a:xfrm>
              <a:off x="3420717" y="160107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3" name="Google Shape;25683;p46"/>
            <p:cNvSpPr/>
            <p:nvPr/>
          </p:nvSpPr>
          <p:spPr>
            <a:xfrm>
              <a:off x="313503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4" name="Google Shape;25684;p46"/>
            <p:cNvSpPr/>
            <p:nvPr/>
          </p:nvSpPr>
          <p:spPr>
            <a:xfrm>
              <a:off x="433011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5" name="Google Shape;25685;p46"/>
            <p:cNvSpPr/>
            <p:nvPr/>
          </p:nvSpPr>
          <p:spPr>
            <a:xfrm>
              <a:off x="552519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6" name="Google Shape;25686;p46"/>
            <p:cNvSpPr/>
            <p:nvPr/>
          </p:nvSpPr>
          <p:spPr>
            <a:xfrm>
              <a:off x="672027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7" name="Google Shape;25687;p46"/>
            <p:cNvSpPr/>
            <p:nvPr/>
          </p:nvSpPr>
          <p:spPr>
            <a:xfrm>
              <a:off x="791536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8" name="Google Shape;25688;p46"/>
            <p:cNvSpPr/>
            <p:nvPr/>
          </p:nvSpPr>
          <p:spPr>
            <a:xfrm>
              <a:off x="911044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9" name="Google Shape;25689;p46"/>
            <p:cNvSpPr/>
            <p:nvPr/>
          </p:nvSpPr>
          <p:spPr>
            <a:xfrm>
              <a:off x="1030552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0" name="Google Shape;25690;p46"/>
            <p:cNvSpPr/>
            <p:nvPr/>
          </p:nvSpPr>
          <p:spPr>
            <a:xfrm>
              <a:off x="1150060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1" name="Google Shape;25691;p46"/>
            <p:cNvSpPr/>
            <p:nvPr/>
          </p:nvSpPr>
          <p:spPr>
            <a:xfrm>
              <a:off x="1269568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2" name="Google Shape;25692;p46"/>
            <p:cNvSpPr/>
            <p:nvPr/>
          </p:nvSpPr>
          <p:spPr>
            <a:xfrm>
              <a:off x="1389077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3" name="Google Shape;25693;p46"/>
            <p:cNvSpPr/>
            <p:nvPr/>
          </p:nvSpPr>
          <p:spPr>
            <a:xfrm>
              <a:off x="1508585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4" name="Google Shape;25694;p46"/>
            <p:cNvSpPr/>
            <p:nvPr/>
          </p:nvSpPr>
          <p:spPr>
            <a:xfrm>
              <a:off x="1628093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5" name="Google Shape;25695;p46"/>
            <p:cNvSpPr/>
            <p:nvPr/>
          </p:nvSpPr>
          <p:spPr>
            <a:xfrm>
              <a:off x="1747601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6" name="Google Shape;25696;p46"/>
            <p:cNvSpPr/>
            <p:nvPr/>
          </p:nvSpPr>
          <p:spPr>
            <a:xfrm>
              <a:off x="1867110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7" name="Google Shape;25697;p46"/>
            <p:cNvSpPr/>
            <p:nvPr/>
          </p:nvSpPr>
          <p:spPr>
            <a:xfrm>
              <a:off x="1986618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8" name="Google Shape;25698;p46"/>
            <p:cNvSpPr/>
            <p:nvPr/>
          </p:nvSpPr>
          <p:spPr>
            <a:xfrm>
              <a:off x="2106126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9" name="Google Shape;25699;p46"/>
            <p:cNvSpPr/>
            <p:nvPr/>
          </p:nvSpPr>
          <p:spPr>
            <a:xfrm>
              <a:off x="2225634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0" name="Google Shape;25700;p46"/>
            <p:cNvSpPr/>
            <p:nvPr/>
          </p:nvSpPr>
          <p:spPr>
            <a:xfrm>
              <a:off x="2345143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1" name="Google Shape;25701;p46"/>
            <p:cNvSpPr/>
            <p:nvPr/>
          </p:nvSpPr>
          <p:spPr>
            <a:xfrm>
              <a:off x="2464651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2" name="Google Shape;25702;p46"/>
            <p:cNvSpPr/>
            <p:nvPr/>
          </p:nvSpPr>
          <p:spPr>
            <a:xfrm>
              <a:off x="2584159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3" name="Google Shape;25703;p46"/>
            <p:cNvSpPr/>
            <p:nvPr/>
          </p:nvSpPr>
          <p:spPr>
            <a:xfrm>
              <a:off x="2703667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4" name="Google Shape;25704;p46"/>
            <p:cNvSpPr/>
            <p:nvPr/>
          </p:nvSpPr>
          <p:spPr>
            <a:xfrm>
              <a:off x="2823176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5" name="Google Shape;25705;p46"/>
            <p:cNvSpPr/>
            <p:nvPr/>
          </p:nvSpPr>
          <p:spPr>
            <a:xfrm>
              <a:off x="2942684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6" name="Google Shape;25706;p46"/>
            <p:cNvSpPr/>
            <p:nvPr/>
          </p:nvSpPr>
          <p:spPr>
            <a:xfrm>
              <a:off x="3062192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7" name="Google Shape;25707;p46"/>
            <p:cNvSpPr/>
            <p:nvPr/>
          </p:nvSpPr>
          <p:spPr>
            <a:xfrm>
              <a:off x="3181700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8" name="Google Shape;25708;p46"/>
            <p:cNvSpPr/>
            <p:nvPr/>
          </p:nvSpPr>
          <p:spPr>
            <a:xfrm>
              <a:off x="3301209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9" name="Google Shape;25709;p46"/>
            <p:cNvSpPr/>
            <p:nvPr/>
          </p:nvSpPr>
          <p:spPr>
            <a:xfrm>
              <a:off x="3420717" y="170717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0" name="Google Shape;25710;p46"/>
            <p:cNvSpPr/>
            <p:nvPr/>
          </p:nvSpPr>
          <p:spPr>
            <a:xfrm>
              <a:off x="313503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1" name="Google Shape;25711;p46"/>
            <p:cNvSpPr/>
            <p:nvPr/>
          </p:nvSpPr>
          <p:spPr>
            <a:xfrm>
              <a:off x="433011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2" name="Google Shape;25712;p46"/>
            <p:cNvSpPr/>
            <p:nvPr/>
          </p:nvSpPr>
          <p:spPr>
            <a:xfrm>
              <a:off x="552519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3" name="Google Shape;25713;p46"/>
            <p:cNvSpPr/>
            <p:nvPr/>
          </p:nvSpPr>
          <p:spPr>
            <a:xfrm>
              <a:off x="672027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4" name="Google Shape;25714;p46"/>
            <p:cNvSpPr/>
            <p:nvPr/>
          </p:nvSpPr>
          <p:spPr>
            <a:xfrm>
              <a:off x="791536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5" name="Google Shape;25715;p46"/>
            <p:cNvSpPr/>
            <p:nvPr/>
          </p:nvSpPr>
          <p:spPr>
            <a:xfrm>
              <a:off x="911044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6" name="Google Shape;25716;p46"/>
            <p:cNvSpPr/>
            <p:nvPr/>
          </p:nvSpPr>
          <p:spPr>
            <a:xfrm>
              <a:off x="1030552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7" name="Google Shape;25717;p46"/>
            <p:cNvSpPr/>
            <p:nvPr/>
          </p:nvSpPr>
          <p:spPr>
            <a:xfrm>
              <a:off x="1150060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8" name="Google Shape;25718;p46"/>
            <p:cNvSpPr/>
            <p:nvPr/>
          </p:nvSpPr>
          <p:spPr>
            <a:xfrm>
              <a:off x="1269568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9" name="Google Shape;25719;p46"/>
            <p:cNvSpPr/>
            <p:nvPr/>
          </p:nvSpPr>
          <p:spPr>
            <a:xfrm>
              <a:off x="1389077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0" name="Google Shape;25720;p46"/>
            <p:cNvSpPr/>
            <p:nvPr/>
          </p:nvSpPr>
          <p:spPr>
            <a:xfrm>
              <a:off x="1508585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1" name="Google Shape;25721;p46"/>
            <p:cNvSpPr/>
            <p:nvPr/>
          </p:nvSpPr>
          <p:spPr>
            <a:xfrm>
              <a:off x="1628093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2" name="Google Shape;25722;p46"/>
            <p:cNvSpPr/>
            <p:nvPr/>
          </p:nvSpPr>
          <p:spPr>
            <a:xfrm>
              <a:off x="1747601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3" name="Google Shape;25723;p46"/>
            <p:cNvSpPr/>
            <p:nvPr/>
          </p:nvSpPr>
          <p:spPr>
            <a:xfrm>
              <a:off x="1867110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4" name="Google Shape;25724;p46"/>
            <p:cNvSpPr/>
            <p:nvPr/>
          </p:nvSpPr>
          <p:spPr>
            <a:xfrm>
              <a:off x="1986618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5" name="Google Shape;25725;p46"/>
            <p:cNvSpPr/>
            <p:nvPr/>
          </p:nvSpPr>
          <p:spPr>
            <a:xfrm>
              <a:off x="2106126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6" name="Google Shape;25726;p46"/>
            <p:cNvSpPr/>
            <p:nvPr/>
          </p:nvSpPr>
          <p:spPr>
            <a:xfrm>
              <a:off x="2225634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7" name="Google Shape;25727;p46"/>
            <p:cNvSpPr/>
            <p:nvPr/>
          </p:nvSpPr>
          <p:spPr>
            <a:xfrm>
              <a:off x="2345143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8" name="Google Shape;25728;p46"/>
            <p:cNvSpPr/>
            <p:nvPr/>
          </p:nvSpPr>
          <p:spPr>
            <a:xfrm>
              <a:off x="2464651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9" name="Google Shape;25729;p46"/>
            <p:cNvSpPr/>
            <p:nvPr/>
          </p:nvSpPr>
          <p:spPr>
            <a:xfrm>
              <a:off x="2584159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0" name="Google Shape;25730;p46"/>
            <p:cNvSpPr/>
            <p:nvPr/>
          </p:nvSpPr>
          <p:spPr>
            <a:xfrm>
              <a:off x="2703667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1" name="Google Shape;25731;p46"/>
            <p:cNvSpPr/>
            <p:nvPr/>
          </p:nvSpPr>
          <p:spPr>
            <a:xfrm>
              <a:off x="2823176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2" name="Google Shape;25732;p46"/>
            <p:cNvSpPr/>
            <p:nvPr/>
          </p:nvSpPr>
          <p:spPr>
            <a:xfrm>
              <a:off x="2942684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3" name="Google Shape;25733;p46"/>
            <p:cNvSpPr/>
            <p:nvPr/>
          </p:nvSpPr>
          <p:spPr>
            <a:xfrm>
              <a:off x="3062192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4" name="Google Shape;25734;p46"/>
            <p:cNvSpPr/>
            <p:nvPr/>
          </p:nvSpPr>
          <p:spPr>
            <a:xfrm>
              <a:off x="3181700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5" name="Google Shape;25735;p46"/>
            <p:cNvSpPr/>
            <p:nvPr/>
          </p:nvSpPr>
          <p:spPr>
            <a:xfrm>
              <a:off x="3301209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6" name="Google Shape;25736;p46"/>
            <p:cNvSpPr/>
            <p:nvPr/>
          </p:nvSpPr>
          <p:spPr>
            <a:xfrm>
              <a:off x="3420717" y="181328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7" name="Google Shape;25737;p46"/>
            <p:cNvSpPr/>
            <p:nvPr/>
          </p:nvSpPr>
          <p:spPr>
            <a:xfrm>
              <a:off x="313503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8" name="Google Shape;25738;p46"/>
            <p:cNvSpPr/>
            <p:nvPr/>
          </p:nvSpPr>
          <p:spPr>
            <a:xfrm>
              <a:off x="433011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9" name="Google Shape;25739;p46"/>
            <p:cNvSpPr/>
            <p:nvPr/>
          </p:nvSpPr>
          <p:spPr>
            <a:xfrm>
              <a:off x="552519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0" name="Google Shape;25740;p46"/>
            <p:cNvSpPr/>
            <p:nvPr/>
          </p:nvSpPr>
          <p:spPr>
            <a:xfrm>
              <a:off x="672027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1" name="Google Shape;25741;p46"/>
            <p:cNvSpPr/>
            <p:nvPr/>
          </p:nvSpPr>
          <p:spPr>
            <a:xfrm>
              <a:off x="791536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2" name="Google Shape;25742;p46"/>
            <p:cNvSpPr/>
            <p:nvPr/>
          </p:nvSpPr>
          <p:spPr>
            <a:xfrm>
              <a:off x="911044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3" name="Google Shape;25743;p46"/>
            <p:cNvSpPr/>
            <p:nvPr/>
          </p:nvSpPr>
          <p:spPr>
            <a:xfrm>
              <a:off x="1030552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4" name="Google Shape;25744;p46"/>
            <p:cNvSpPr/>
            <p:nvPr/>
          </p:nvSpPr>
          <p:spPr>
            <a:xfrm>
              <a:off x="1150060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5" name="Google Shape;25745;p46"/>
            <p:cNvSpPr/>
            <p:nvPr/>
          </p:nvSpPr>
          <p:spPr>
            <a:xfrm>
              <a:off x="1269568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6" name="Google Shape;25746;p46"/>
            <p:cNvSpPr/>
            <p:nvPr/>
          </p:nvSpPr>
          <p:spPr>
            <a:xfrm>
              <a:off x="1389077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7" name="Google Shape;25747;p46"/>
            <p:cNvSpPr/>
            <p:nvPr/>
          </p:nvSpPr>
          <p:spPr>
            <a:xfrm>
              <a:off x="1508585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8" name="Google Shape;25748;p46"/>
            <p:cNvSpPr/>
            <p:nvPr/>
          </p:nvSpPr>
          <p:spPr>
            <a:xfrm>
              <a:off x="1628093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9" name="Google Shape;25749;p46"/>
            <p:cNvSpPr/>
            <p:nvPr/>
          </p:nvSpPr>
          <p:spPr>
            <a:xfrm>
              <a:off x="1747601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0" name="Google Shape;25750;p46"/>
            <p:cNvSpPr/>
            <p:nvPr/>
          </p:nvSpPr>
          <p:spPr>
            <a:xfrm>
              <a:off x="1867110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1" name="Google Shape;25751;p46"/>
            <p:cNvSpPr/>
            <p:nvPr/>
          </p:nvSpPr>
          <p:spPr>
            <a:xfrm>
              <a:off x="1986618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2" name="Google Shape;25752;p46"/>
            <p:cNvSpPr/>
            <p:nvPr/>
          </p:nvSpPr>
          <p:spPr>
            <a:xfrm>
              <a:off x="2106126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3" name="Google Shape;25753;p46"/>
            <p:cNvSpPr/>
            <p:nvPr/>
          </p:nvSpPr>
          <p:spPr>
            <a:xfrm>
              <a:off x="2225634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4" name="Google Shape;25754;p46"/>
            <p:cNvSpPr/>
            <p:nvPr/>
          </p:nvSpPr>
          <p:spPr>
            <a:xfrm>
              <a:off x="2345143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5" name="Google Shape;25755;p46"/>
            <p:cNvSpPr/>
            <p:nvPr/>
          </p:nvSpPr>
          <p:spPr>
            <a:xfrm>
              <a:off x="2464651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6" name="Google Shape;25756;p46"/>
            <p:cNvSpPr/>
            <p:nvPr/>
          </p:nvSpPr>
          <p:spPr>
            <a:xfrm>
              <a:off x="2584159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7" name="Google Shape;25757;p46"/>
            <p:cNvSpPr/>
            <p:nvPr/>
          </p:nvSpPr>
          <p:spPr>
            <a:xfrm>
              <a:off x="2703667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8" name="Google Shape;25758;p46"/>
            <p:cNvSpPr/>
            <p:nvPr/>
          </p:nvSpPr>
          <p:spPr>
            <a:xfrm>
              <a:off x="2823176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9" name="Google Shape;25759;p46"/>
            <p:cNvSpPr/>
            <p:nvPr/>
          </p:nvSpPr>
          <p:spPr>
            <a:xfrm>
              <a:off x="2942684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0" name="Google Shape;25760;p46"/>
            <p:cNvSpPr/>
            <p:nvPr/>
          </p:nvSpPr>
          <p:spPr>
            <a:xfrm>
              <a:off x="3062192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1" name="Google Shape;25761;p46"/>
            <p:cNvSpPr/>
            <p:nvPr/>
          </p:nvSpPr>
          <p:spPr>
            <a:xfrm>
              <a:off x="3181700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2" name="Google Shape;25762;p46"/>
            <p:cNvSpPr/>
            <p:nvPr/>
          </p:nvSpPr>
          <p:spPr>
            <a:xfrm>
              <a:off x="3301209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3" name="Google Shape;25763;p46"/>
            <p:cNvSpPr/>
            <p:nvPr/>
          </p:nvSpPr>
          <p:spPr>
            <a:xfrm>
              <a:off x="3420717" y="191939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4" name="Google Shape;25764;p46"/>
            <p:cNvSpPr/>
            <p:nvPr/>
          </p:nvSpPr>
          <p:spPr>
            <a:xfrm>
              <a:off x="313503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5" name="Google Shape;25765;p46"/>
            <p:cNvSpPr/>
            <p:nvPr/>
          </p:nvSpPr>
          <p:spPr>
            <a:xfrm>
              <a:off x="433011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6" name="Google Shape;25766;p46"/>
            <p:cNvSpPr/>
            <p:nvPr/>
          </p:nvSpPr>
          <p:spPr>
            <a:xfrm>
              <a:off x="552519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7" name="Google Shape;25767;p46"/>
            <p:cNvSpPr/>
            <p:nvPr/>
          </p:nvSpPr>
          <p:spPr>
            <a:xfrm>
              <a:off x="672027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8" name="Google Shape;25768;p46"/>
            <p:cNvSpPr/>
            <p:nvPr/>
          </p:nvSpPr>
          <p:spPr>
            <a:xfrm>
              <a:off x="791536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9" name="Google Shape;25769;p46"/>
            <p:cNvSpPr/>
            <p:nvPr/>
          </p:nvSpPr>
          <p:spPr>
            <a:xfrm>
              <a:off x="911044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0" name="Google Shape;25770;p46"/>
            <p:cNvSpPr/>
            <p:nvPr/>
          </p:nvSpPr>
          <p:spPr>
            <a:xfrm>
              <a:off x="1030552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1" name="Google Shape;25771;p46"/>
            <p:cNvSpPr/>
            <p:nvPr/>
          </p:nvSpPr>
          <p:spPr>
            <a:xfrm>
              <a:off x="1150060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2" name="Google Shape;25772;p46"/>
            <p:cNvSpPr/>
            <p:nvPr/>
          </p:nvSpPr>
          <p:spPr>
            <a:xfrm>
              <a:off x="1269568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3" name="Google Shape;25773;p46"/>
            <p:cNvSpPr/>
            <p:nvPr/>
          </p:nvSpPr>
          <p:spPr>
            <a:xfrm>
              <a:off x="1389077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4" name="Google Shape;25774;p46"/>
            <p:cNvSpPr/>
            <p:nvPr/>
          </p:nvSpPr>
          <p:spPr>
            <a:xfrm>
              <a:off x="1508585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5" name="Google Shape;25775;p46"/>
            <p:cNvSpPr/>
            <p:nvPr/>
          </p:nvSpPr>
          <p:spPr>
            <a:xfrm>
              <a:off x="1628093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6" name="Google Shape;25776;p46"/>
            <p:cNvSpPr/>
            <p:nvPr/>
          </p:nvSpPr>
          <p:spPr>
            <a:xfrm>
              <a:off x="1747601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7" name="Google Shape;25777;p46"/>
            <p:cNvSpPr/>
            <p:nvPr/>
          </p:nvSpPr>
          <p:spPr>
            <a:xfrm>
              <a:off x="1867110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8" name="Google Shape;25778;p46"/>
            <p:cNvSpPr/>
            <p:nvPr/>
          </p:nvSpPr>
          <p:spPr>
            <a:xfrm>
              <a:off x="1986618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9" name="Google Shape;25779;p46"/>
            <p:cNvSpPr/>
            <p:nvPr/>
          </p:nvSpPr>
          <p:spPr>
            <a:xfrm>
              <a:off x="2106126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0" name="Google Shape;25780;p46"/>
            <p:cNvSpPr/>
            <p:nvPr/>
          </p:nvSpPr>
          <p:spPr>
            <a:xfrm>
              <a:off x="2225634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1" name="Google Shape;25781;p46"/>
            <p:cNvSpPr/>
            <p:nvPr/>
          </p:nvSpPr>
          <p:spPr>
            <a:xfrm>
              <a:off x="2345143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2" name="Google Shape;25782;p46"/>
            <p:cNvSpPr/>
            <p:nvPr/>
          </p:nvSpPr>
          <p:spPr>
            <a:xfrm>
              <a:off x="2464651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3" name="Google Shape;25783;p46"/>
            <p:cNvSpPr/>
            <p:nvPr/>
          </p:nvSpPr>
          <p:spPr>
            <a:xfrm>
              <a:off x="2584159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4" name="Google Shape;25784;p46"/>
            <p:cNvSpPr/>
            <p:nvPr/>
          </p:nvSpPr>
          <p:spPr>
            <a:xfrm>
              <a:off x="2703667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5" name="Google Shape;25785;p46"/>
            <p:cNvSpPr/>
            <p:nvPr/>
          </p:nvSpPr>
          <p:spPr>
            <a:xfrm>
              <a:off x="2823176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6" name="Google Shape;25786;p46"/>
            <p:cNvSpPr/>
            <p:nvPr/>
          </p:nvSpPr>
          <p:spPr>
            <a:xfrm>
              <a:off x="2942684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7" name="Google Shape;25787;p46"/>
            <p:cNvSpPr/>
            <p:nvPr/>
          </p:nvSpPr>
          <p:spPr>
            <a:xfrm>
              <a:off x="3062192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8" name="Google Shape;25788;p46"/>
            <p:cNvSpPr/>
            <p:nvPr/>
          </p:nvSpPr>
          <p:spPr>
            <a:xfrm>
              <a:off x="3181700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9" name="Google Shape;25789;p46"/>
            <p:cNvSpPr/>
            <p:nvPr/>
          </p:nvSpPr>
          <p:spPr>
            <a:xfrm>
              <a:off x="3301209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0" name="Google Shape;25790;p46"/>
            <p:cNvSpPr/>
            <p:nvPr/>
          </p:nvSpPr>
          <p:spPr>
            <a:xfrm>
              <a:off x="3420717" y="202550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1" name="Google Shape;25791;p46"/>
            <p:cNvSpPr/>
            <p:nvPr/>
          </p:nvSpPr>
          <p:spPr>
            <a:xfrm>
              <a:off x="313503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2" name="Google Shape;25792;p46"/>
            <p:cNvSpPr/>
            <p:nvPr/>
          </p:nvSpPr>
          <p:spPr>
            <a:xfrm>
              <a:off x="433011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3" name="Google Shape;25793;p46"/>
            <p:cNvSpPr/>
            <p:nvPr/>
          </p:nvSpPr>
          <p:spPr>
            <a:xfrm>
              <a:off x="552519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4" name="Google Shape;25794;p46"/>
            <p:cNvSpPr/>
            <p:nvPr/>
          </p:nvSpPr>
          <p:spPr>
            <a:xfrm>
              <a:off x="672027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5" name="Google Shape;25795;p46"/>
            <p:cNvSpPr/>
            <p:nvPr/>
          </p:nvSpPr>
          <p:spPr>
            <a:xfrm>
              <a:off x="791536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6" name="Google Shape;25796;p46"/>
            <p:cNvSpPr/>
            <p:nvPr/>
          </p:nvSpPr>
          <p:spPr>
            <a:xfrm>
              <a:off x="911044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7" name="Google Shape;25797;p46"/>
            <p:cNvSpPr/>
            <p:nvPr/>
          </p:nvSpPr>
          <p:spPr>
            <a:xfrm>
              <a:off x="1030552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8" name="Google Shape;25798;p46"/>
            <p:cNvSpPr/>
            <p:nvPr/>
          </p:nvSpPr>
          <p:spPr>
            <a:xfrm>
              <a:off x="1150060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9" name="Google Shape;25799;p46"/>
            <p:cNvSpPr/>
            <p:nvPr/>
          </p:nvSpPr>
          <p:spPr>
            <a:xfrm>
              <a:off x="1269568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0" name="Google Shape;25800;p46"/>
            <p:cNvSpPr/>
            <p:nvPr/>
          </p:nvSpPr>
          <p:spPr>
            <a:xfrm>
              <a:off x="1389077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1" name="Google Shape;25801;p46"/>
            <p:cNvSpPr/>
            <p:nvPr/>
          </p:nvSpPr>
          <p:spPr>
            <a:xfrm>
              <a:off x="1508585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2" name="Google Shape;25802;p46"/>
            <p:cNvSpPr/>
            <p:nvPr/>
          </p:nvSpPr>
          <p:spPr>
            <a:xfrm>
              <a:off x="1628093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3" name="Google Shape;25803;p46"/>
            <p:cNvSpPr/>
            <p:nvPr/>
          </p:nvSpPr>
          <p:spPr>
            <a:xfrm>
              <a:off x="1747601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4" name="Google Shape;25804;p46"/>
            <p:cNvSpPr/>
            <p:nvPr/>
          </p:nvSpPr>
          <p:spPr>
            <a:xfrm>
              <a:off x="1867110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5" name="Google Shape;25805;p46"/>
            <p:cNvSpPr/>
            <p:nvPr/>
          </p:nvSpPr>
          <p:spPr>
            <a:xfrm>
              <a:off x="1986618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6" name="Google Shape;25806;p46"/>
            <p:cNvSpPr/>
            <p:nvPr/>
          </p:nvSpPr>
          <p:spPr>
            <a:xfrm>
              <a:off x="2106126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7" name="Google Shape;25807;p46"/>
            <p:cNvSpPr/>
            <p:nvPr/>
          </p:nvSpPr>
          <p:spPr>
            <a:xfrm>
              <a:off x="2225634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8" name="Google Shape;25808;p46"/>
            <p:cNvSpPr/>
            <p:nvPr/>
          </p:nvSpPr>
          <p:spPr>
            <a:xfrm>
              <a:off x="2345143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9" name="Google Shape;25809;p46"/>
            <p:cNvSpPr/>
            <p:nvPr/>
          </p:nvSpPr>
          <p:spPr>
            <a:xfrm>
              <a:off x="2464651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0" name="Google Shape;25810;p46"/>
            <p:cNvSpPr/>
            <p:nvPr/>
          </p:nvSpPr>
          <p:spPr>
            <a:xfrm>
              <a:off x="2584159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1" name="Google Shape;25811;p46"/>
            <p:cNvSpPr/>
            <p:nvPr/>
          </p:nvSpPr>
          <p:spPr>
            <a:xfrm>
              <a:off x="2703667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2" name="Google Shape;25812;p46"/>
            <p:cNvSpPr/>
            <p:nvPr/>
          </p:nvSpPr>
          <p:spPr>
            <a:xfrm>
              <a:off x="2823176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3" name="Google Shape;25813;p46"/>
            <p:cNvSpPr/>
            <p:nvPr/>
          </p:nvSpPr>
          <p:spPr>
            <a:xfrm>
              <a:off x="2942684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4" name="Google Shape;25814;p46"/>
            <p:cNvSpPr/>
            <p:nvPr/>
          </p:nvSpPr>
          <p:spPr>
            <a:xfrm>
              <a:off x="3062192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5" name="Google Shape;25815;p46"/>
            <p:cNvSpPr/>
            <p:nvPr/>
          </p:nvSpPr>
          <p:spPr>
            <a:xfrm>
              <a:off x="3181700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6" name="Google Shape;25816;p46"/>
            <p:cNvSpPr/>
            <p:nvPr/>
          </p:nvSpPr>
          <p:spPr>
            <a:xfrm>
              <a:off x="3301209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7" name="Google Shape;25817;p46"/>
            <p:cNvSpPr/>
            <p:nvPr/>
          </p:nvSpPr>
          <p:spPr>
            <a:xfrm>
              <a:off x="3420717" y="213160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8" name="Google Shape;25818;p46"/>
            <p:cNvSpPr/>
            <p:nvPr/>
          </p:nvSpPr>
          <p:spPr>
            <a:xfrm>
              <a:off x="313503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9" name="Google Shape;25819;p46"/>
            <p:cNvSpPr/>
            <p:nvPr/>
          </p:nvSpPr>
          <p:spPr>
            <a:xfrm>
              <a:off x="433011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0" name="Google Shape;25820;p46"/>
            <p:cNvSpPr/>
            <p:nvPr/>
          </p:nvSpPr>
          <p:spPr>
            <a:xfrm>
              <a:off x="552519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1" name="Google Shape;25821;p46"/>
            <p:cNvSpPr/>
            <p:nvPr/>
          </p:nvSpPr>
          <p:spPr>
            <a:xfrm>
              <a:off x="672027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2" name="Google Shape;25822;p46"/>
            <p:cNvSpPr/>
            <p:nvPr/>
          </p:nvSpPr>
          <p:spPr>
            <a:xfrm>
              <a:off x="791536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3" name="Google Shape;25823;p46"/>
            <p:cNvSpPr/>
            <p:nvPr/>
          </p:nvSpPr>
          <p:spPr>
            <a:xfrm>
              <a:off x="911044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4" name="Google Shape;25824;p46"/>
            <p:cNvSpPr/>
            <p:nvPr/>
          </p:nvSpPr>
          <p:spPr>
            <a:xfrm>
              <a:off x="1030552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5" name="Google Shape;25825;p46"/>
            <p:cNvSpPr/>
            <p:nvPr/>
          </p:nvSpPr>
          <p:spPr>
            <a:xfrm>
              <a:off x="1150060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6" name="Google Shape;25826;p46"/>
            <p:cNvSpPr/>
            <p:nvPr/>
          </p:nvSpPr>
          <p:spPr>
            <a:xfrm>
              <a:off x="1269568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7" name="Google Shape;25827;p46"/>
            <p:cNvSpPr/>
            <p:nvPr/>
          </p:nvSpPr>
          <p:spPr>
            <a:xfrm>
              <a:off x="1389077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8" name="Google Shape;25828;p46"/>
            <p:cNvSpPr/>
            <p:nvPr/>
          </p:nvSpPr>
          <p:spPr>
            <a:xfrm>
              <a:off x="1508585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9" name="Google Shape;25829;p46"/>
            <p:cNvSpPr/>
            <p:nvPr/>
          </p:nvSpPr>
          <p:spPr>
            <a:xfrm>
              <a:off x="1628093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0" name="Google Shape;25830;p46"/>
            <p:cNvSpPr/>
            <p:nvPr/>
          </p:nvSpPr>
          <p:spPr>
            <a:xfrm>
              <a:off x="1747601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1" name="Google Shape;25831;p46"/>
            <p:cNvSpPr/>
            <p:nvPr/>
          </p:nvSpPr>
          <p:spPr>
            <a:xfrm>
              <a:off x="1867110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2" name="Google Shape;25832;p46"/>
            <p:cNvSpPr/>
            <p:nvPr/>
          </p:nvSpPr>
          <p:spPr>
            <a:xfrm>
              <a:off x="1986618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3" name="Google Shape;25833;p46"/>
            <p:cNvSpPr/>
            <p:nvPr/>
          </p:nvSpPr>
          <p:spPr>
            <a:xfrm>
              <a:off x="2106126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4" name="Google Shape;25834;p46"/>
            <p:cNvSpPr/>
            <p:nvPr/>
          </p:nvSpPr>
          <p:spPr>
            <a:xfrm>
              <a:off x="2225634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5" name="Google Shape;25835;p46"/>
            <p:cNvSpPr/>
            <p:nvPr/>
          </p:nvSpPr>
          <p:spPr>
            <a:xfrm>
              <a:off x="2345143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6" name="Google Shape;25836;p46"/>
            <p:cNvSpPr/>
            <p:nvPr/>
          </p:nvSpPr>
          <p:spPr>
            <a:xfrm>
              <a:off x="2464651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7" name="Google Shape;25837;p46"/>
            <p:cNvSpPr/>
            <p:nvPr/>
          </p:nvSpPr>
          <p:spPr>
            <a:xfrm>
              <a:off x="2584159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8" name="Google Shape;25838;p46"/>
            <p:cNvSpPr/>
            <p:nvPr/>
          </p:nvSpPr>
          <p:spPr>
            <a:xfrm>
              <a:off x="2703667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9" name="Google Shape;25839;p46"/>
            <p:cNvSpPr/>
            <p:nvPr/>
          </p:nvSpPr>
          <p:spPr>
            <a:xfrm>
              <a:off x="2823176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0" name="Google Shape;25840;p46"/>
            <p:cNvSpPr/>
            <p:nvPr/>
          </p:nvSpPr>
          <p:spPr>
            <a:xfrm>
              <a:off x="2942684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1" name="Google Shape;25841;p46"/>
            <p:cNvSpPr/>
            <p:nvPr/>
          </p:nvSpPr>
          <p:spPr>
            <a:xfrm>
              <a:off x="3062192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2" name="Google Shape;25842;p46"/>
            <p:cNvSpPr/>
            <p:nvPr/>
          </p:nvSpPr>
          <p:spPr>
            <a:xfrm>
              <a:off x="3181700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3" name="Google Shape;25843;p46"/>
            <p:cNvSpPr/>
            <p:nvPr/>
          </p:nvSpPr>
          <p:spPr>
            <a:xfrm>
              <a:off x="3301209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4" name="Google Shape;25844;p46"/>
            <p:cNvSpPr/>
            <p:nvPr/>
          </p:nvSpPr>
          <p:spPr>
            <a:xfrm>
              <a:off x="3420717" y="223771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5" name="Google Shape;25845;p46"/>
            <p:cNvSpPr/>
            <p:nvPr/>
          </p:nvSpPr>
          <p:spPr>
            <a:xfrm>
              <a:off x="313503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6" name="Google Shape;25846;p46"/>
            <p:cNvSpPr/>
            <p:nvPr/>
          </p:nvSpPr>
          <p:spPr>
            <a:xfrm>
              <a:off x="433011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7" name="Google Shape;25847;p46"/>
            <p:cNvSpPr/>
            <p:nvPr/>
          </p:nvSpPr>
          <p:spPr>
            <a:xfrm>
              <a:off x="552519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8" name="Google Shape;25848;p46"/>
            <p:cNvSpPr/>
            <p:nvPr/>
          </p:nvSpPr>
          <p:spPr>
            <a:xfrm>
              <a:off x="672027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9" name="Google Shape;25849;p46"/>
            <p:cNvSpPr/>
            <p:nvPr/>
          </p:nvSpPr>
          <p:spPr>
            <a:xfrm>
              <a:off x="791536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0" name="Google Shape;25850;p46"/>
            <p:cNvSpPr/>
            <p:nvPr/>
          </p:nvSpPr>
          <p:spPr>
            <a:xfrm>
              <a:off x="911044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1" name="Google Shape;25851;p46"/>
            <p:cNvSpPr/>
            <p:nvPr/>
          </p:nvSpPr>
          <p:spPr>
            <a:xfrm>
              <a:off x="1030552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2" name="Google Shape;25852;p46"/>
            <p:cNvSpPr/>
            <p:nvPr/>
          </p:nvSpPr>
          <p:spPr>
            <a:xfrm>
              <a:off x="1150060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3" name="Google Shape;25853;p46"/>
            <p:cNvSpPr/>
            <p:nvPr/>
          </p:nvSpPr>
          <p:spPr>
            <a:xfrm>
              <a:off x="1269568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4" name="Google Shape;25854;p46"/>
            <p:cNvSpPr/>
            <p:nvPr/>
          </p:nvSpPr>
          <p:spPr>
            <a:xfrm>
              <a:off x="1389077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5" name="Google Shape;25855;p46"/>
            <p:cNvSpPr/>
            <p:nvPr/>
          </p:nvSpPr>
          <p:spPr>
            <a:xfrm>
              <a:off x="1508585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6" name="Google Shape;25856;p46"/>
            <p:cNvSpPr/>
            <p:nvPr/>
          </p:nvSpPr>
          <p:spPr>
            <a:xfrm>
              <a:off x="1628093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7" name="Google Shape;25857;p46"/>
            <p:cNvSpPr/>
            <p:nvPr/>
          </p:nvSpPr>
          <p:spPr>
            <a:xfrm>
              <a:off x="1747601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8" name="Google Shape;25858;p46"/>
            <p:cNvSpPr/>
            <p:nvPr/>
          </p:nvSpPr>
          <p:spPr>
            <a:xfrm>
              <a:off x="1867110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9" name="Google Shape;25859;p46"/>
            <p:cNvSpPr/>
            <p:nvPr/>
          </p:nvSpPr>
          <p:spPr>
            <a:xfrm>
              <a:off x="1986618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0" name="Google Shape;25860;p46"/>
            <p:cNvSpPr/>
            <p:nvPr/>
          </p:nvSpPr>
          <p:spPr>
            <a:xfrm>
              <a:off x="2106126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1" name="Google Shape;25861;p46"/>
            <p:cNvSpPr/>
            <p:nvPr/>
          </p:nvSpPr>
          <p:spPr>
            <a:xfrm>
              <a:off x="2225634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2" name="Google Shape;25862;p46"/>
            <p:cNvSpPr/>
            <p:nvPr/>
          </p:nvSpPr>
          <p:spPr>
            <a:xfrm>
              <a:off x="2345143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3" name="Google Shape;25863;p46"/>
            <p:cNvSpPr/>
            <p:nvPr/>
          </p:nvSpPr>
          <p:spPr>
            <a:xfrm>
              <a:off x="2464651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4" name="Google Shape;25864;p46"/>
            <p:cNvSpPr/>
            <p:nvPr/>
          </p:nvSpPr>
          <p:spPr>
            <a:xfrm>
              <a:off x="2584159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5" name="Google Shape;25865;p46"/>
            <p:cNvSpPr/>
            <p:nvPr/>
          </p:nvSpPr>
          <p:spPr>
            <a:xfrm>
              <a:off x="2703667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6" name="Google Shape;25866;p46"/>
            <p:cNvSpPr/>
            <p:nvPr/>
          </p:nvSpPr>
          <p:spPr>
            <a:xfrm>
              <a:off x="2823176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7" name="Google Shape;25867;p46"/>
            <p:cNvSpPr/>
            <p:nvPr/>
          </p:nvSpPr>
          <p:spPr>
            <a:xfrm>
              <a:off x="2942684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8" name="Google Shape;25868;p46"/>
            <p:cNvSpPr/>
            <p:nvPr/>
          </p:nvSpPr>
          <p:spPr>
            <a:xfrm>
              <a:off x="3062192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9" name="Google Shape;25869;p46"/>
            <p:cNvSpPr/>
            <p:nvPr/>
          </p:nvSpPr>
          <p:spPr>
            <a:xfrm>
              <a:off x="3181700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0" name="Google Shape;25870;p46"/>
            <p:cNvSpPr/>
            <p:nvPr/>
          </p:nvSpPr>
          <p:spPr>
            <a:xfrm>
              <a:off x="3301209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1" name="Google Shape;25871;p46"/>
            <p:cNvSpPr/>
            <p:nvPr/>
          </p:nvSpPr>
          <p:spPr>
            <a:xfrm>
              <a:off x="3420717" y="234382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2" name="Google Shape;25872;p46"/>
            <p:cNvSpPr/>
            <p:nvPr/>
          </p:nvSpPr>
          <p:spPr>
            <a:xfrm>
              <a:off x="313503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3" name="Google Shape;25873;p46"/>
            <p:cNvSpPr/>
            <p:nvPr/>
          </p:nvSpPr>
          <p:spPr>
            <a:xfrm>
              <a:off x="433011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4" name="Google Shape;25874;p46"/>
            <p:cNvSpPr/>
            <p:nvPr/>
          </p:nvSpPr>
          <p:spPr>
            <a:xfrm>
              <a:off x="552519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5" name="Google Shape;25875;p46"/>
            <p:cNvSpPr/>
            <p:nvPr/>
          </p:nvSpPr>
          <p:spPr>
            <a:xfrm>
              <a:off x="672027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6" name="Google Shape;25876;p46"/>
            <p:cNvSpPr/>
            <p:nvPr/>
          </p:nvSpPr>
          <p:spPr>
            <a:xfrm>
              <a:off x="791536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7" name="Google Shape;25877;p46"/>
            <p:cNvSpPr/>
            <p:nvPr/>
          </p:nvSpPr>
          <p:spPr>
            <a:xfrm>
              <a:off x="911044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8" name="Google Shape;25878;p46"/>
            <p:cNvSpPr/>
            <p:nvPr/>
          </p:nvSpPr>
          <p:spPr>
            <a:xfrm>
              <a:off x="1030552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9" name="Google Shape;25879;p46"/>
            <p:cNvSpPr/>
            <p:nvPr/>
          </p:nvSpPr>
          <p:spPr>
            <a:xfrm>
              <a:off x="1150060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0" name="Google Shape;25880;p46"/>
            <p:cNvSpPr/>
            <p:nvPr/>
          </p:nvSpPr>
          <p:spPr>
            <a:xfrm>
              <a:off x="1269568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1" name="Google Shape;25881;p46"/>
            <p:cNvSpPr/>
            <p:nvPr/>
          </p:nvSpPr>
          <p:spPr>
            <a:xfrm>
              <a:off x="1389077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2" name="Google Shape;25882;p46"/>
            <p:cNvSpPr/>
            <p:nvPr/>
          </p:nvSpPr>
          <p:spPr>
            <a:xfrm>
              <a:off x="1508585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3" name="Google Shape;25883;p46"/>
            <p:cNvSpPr/>
            <p:nvPr/>
          </p:nvSpPr>
          <p:spPr>
            <a:xfrm>
              <a:off x="1628093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4" name="Google Shape;25884;p46"/>
            <p:cNvSpPr/>
            <p:nvPr/>
          </p:nvSpPr>
          <p:spPr>
            <a:xfrm>
              <a:off x="1747601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5" name="Google Shape;25885;p46"/>
            <p:cNvSpPr/>
            <p:nvPr/>
          </p:nvSpPr>
          <p:spPr>
            <a:xfrm>
              <a:off x="1867110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6" name="Google Shape;25886;p46"/>
            <p:cNvSpPr/>
            <p:nvPr/>
          </p:nvSpPr>
          <p:spPr>
            <a:xfrm>
              <a:off x="1986618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7" name="Google Shape;25887;p46"/>
            <p:cNvSpPr/>
            <p:nvPr/>
          </p:nvSpPr>
          <p:spPr>
            <a:xfrm>
              <a:off x="2106126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8" name="Google Shape;25888;p46"/>
            <p:cNvSpPr/>
            <p:nvPr/>
          </p:nvSpPr>
          <p:spPr>
            <a:xfrm>
              <a:off x="2225634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9" name="Google Shape;25889;p46"/>
            <p:cNvSpPr/>
            <p:nvPr/>
          </p:nvSpPr>
          <p:spPr>
            <a:xfrm>
              <a:off x="2345143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0" name="Google Shape;25890;p46"/>
            <p:cNvSpPr/>
            <p:nvPr/>
          </p:nvSpPr>
          <p:spPr>
            <a:xfrm>
              <a:off x="2464651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1" name="Google Shape;25891;p46"/>
            <p:cNvSpPr/>
            <p:nvPr/>
          </p:nvSpPr>
          <p:spPr>
            <a:xfrm>
              <a:off x="2584159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2" name="Google Shape;25892;p46"/>
            <p:cNvSpPr/>
            <p:nvPr/>
          </p:nvSpPr>
          <p:spPr>
            <a:xfrm>
              <a:off x="2703667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3" name="Google Shape;25893;p46"/>
            <p:cNvSpPr/>
            <p:nvPr/>
          </p:nvSpPr>
          <p:spPr>
            <a:xfrm>
              <a:off x="2823176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4" name="Google Shape;25894;p46"/>
            <p:cNvSpPr/>
            <p:nvPr/>
          </p:nvSpPr>
          <p:spPr>
            <a:xfrm>
              <a:off x="2942684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5" name="Google Shape;25895;p46"/>
            <p:cNvSpPr/>
            <p:nvPr/>
          </p:nvSpPr>
          <p:spPr>
            <a:xfrm>
              <a:off x="3062192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6" name="Google Shape;25896;p46"/>
            <p:cNvSpPr/>
            <p:nvPr/>
          </p:nvSpPr>
          <p:spPr>
            <a:xfrm>
              <a:off x="3181700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7" name="Google Shape;25897;p46"/>
            <p:cNvSpPr/>
            <p:nvPr/>
          </p:nvSpPr>
          <p:spPr>
            <a:xfrm>
              <a:off x="3301209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8" name="Google Shape;25898;p46"/>
            <p:cNvSpPr/>
            <p:nvPr/>
          </p:nvSpPr>
          <p:spPr>
            <a:xfrm>
              <a:off x="3420717" y="244992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9" name="Google Shape;25899;p46"/>
            <p:cNvSpPr/>
            <p:nvPr/>
          </p:nvSpPr>
          <p:spPr>
            <a:xfrm>
              <a:off x="313503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0" name="Google Shape;25900;p46"/>
            <p:cNvSpPr/>
            <p:nvPr/>
          </p:nvSpPr>
          <p:spPr>
            <a:xfrm>
              <a:off x="433011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1" name="Google Shape;25901;p46"/>
            <p:cNvSpPr/>
            <p:nvPr/>
          </p:nvSpPr>
          <p:spPr>
            <a:xfrm>
              <a:off x="552519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2" name="Google Shape;25902;p46"/>
            <p:cNvSpPr/>
            <p:nvPr/>
          </p:nvSpPr>
          <p:spPr>
            <a:xfrm>
              <a:off x="672027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3" name="Google Shape;25903;p46"/>
            <p:cNvSpPr/>
            <p:nvPr/>
          </p:nvSpPr>
          <p:spPr>
            <a:xfrm>
              <a:off x="791536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4" name="Google Shape;25904;p46"/>
            <p:cNvSpPr/>
            <p:nvPr/>
          </p:nvSpPr>
          <p:spPr>
            <a:xfrm>
              <a:off x="911044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5" name="Google Shape;25905;p46"/>
            <p:cNvSpPr/>
            <p:nvPr/>
          </p:nvSpPr>
          <p:spPr>
            <a:xfrm>
              <a:off x="1030552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6" name="Google Shape;25906;p46"/>
            <p:cNvSpPr/>
            <p:nvPr/>
          </p:nvSpPr>
          <p:spPr>
            <a:xfrm>
              <a:off x="1150060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7" name="Google Shape;25907;p46"/>
            <p:cNvSpPr/>
            <p:nvPr/>
          </p:nvSpPr>
          <p:spPr>
            <a:xfrm>
              <a:off x="1269568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8" name="Google Shape;25908;p46"/>
            <p:cNvSpPr/>
            <p:nvPr/>
          </p:nvSpPr>
          <p:spPr>
            <a:xfrm>
              <a:off x="1389077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9" name="Google Shape;25909;p46"/>
            <p:cNvSpPr/>
            <p:nvPr/>
          </p:nvSpPr>
          <p:spPr>
            <a:xfrm>
              <a:off x="1508585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0" name="Google Shape;25910;p46"/>
            <p:cNvSpPr/>
            <p:nvPr/>
          </p:nvSpPr>
          <p:spPr>
            <a:xfrm>
              <a:off x="1628093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1" name="Google Shape;25911;p46"/>
            <p:cNvSpPr/>
            <p:nvPr/>
          </p:nvSpPr>
          <p:spPr>
            <a:xfrm>
              <a:off x="1747601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2" name="Google Shape;25912;p46"/>
            <p:cNvSpPr/>
            <p:nvPr/>
          </p:nvSpPr>
          <p:spPr>
            <a:xfrm>
              <a:off x="1867110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3" name="Google Shape;25913;p46"/>
            <p:cNvSpPr/>
            <p:nvPr/>
          </p:nvSpPr>
          <p:spPr>
            <a:xfrm>
              <a:off x="1986618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4" name="Google Shape;25914;p46"/>
            <p:cNvSpPr/>
            <p:nvPr/>
          </p:nvSpPr>
          <p:spPr>
            <a:xfrm>
              <a:off x="2106126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5" name="Google Shape;25915;p46"/>
            <p:cNvSpPr/>
            <p:nvPr/>
          </p:nvSpPr>
          <p:spPr>
            <a:xfrm>
              <a:off x="2225634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6" name="Google Shape;25916;p46"/>
            <p:cNvSpPr/>
            <p:nvPr/>
          </p:nvSpPr>
          <p:spPr>
            <a:xfrm>
              <a:off x="2345143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7" name="Google Shape;25917;p46"/>
            <p:cNvSpPr/>
            <p:nvPr/>
          </p:nvSpPr>
          <p:spPr>
            <a:xfrm>
              <a:off x="2464651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8" name="Google Shape;25918;p46"/>
            <p:cNvSpPr/>
            <p:nvPr/>
          </p:nvSpPr>
          <p:spPr>
            <a:xfrm>
              <a:off x="2584159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9" name="Google Shape;25919;p46"/>
            <p:cNvSpPr/>
            <p:nvPr/>
          </p:nvSpPr>
          <p:spPr>
            <a:xfrm>
              <a:off x="2703667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0" name="Google Shape;25920;p46"/>
            <p:cNvSpPr/>
            <p:nvPr/>
          </p:nvSpPr>
          <p:spPr>
            <a:xfrm>
              <a:off x="2823176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1" name="Google Shape;25921;p46"/>
            <p:cNvSpPr/>
            <p:nvPr/>
          </p:nvSpPr>
          <p:spPr>
            <a:xfrm>
              <a:off x="2942684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2" name="Google Shape;25922;p46"/>
            <p:cNvSpPr/>
            <p:nvPr/>
          </p:nvSpPr>
          <p:spPr>
            <a:xfrm>
              <a:off x="3062192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3" name="Google Shape;25923;p46"/>
            <p:cNvSpPr/>
            <p:nvPr/>
          </p:nvSpPr>
          <p:spPr>
            <a:xfrm>
              <a:off x="3181700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4" name="Google Shape;25924;p46"/>
            <p:cNvSpPr/>
            <p:nvPr/>
          </p:nvSpPr>
          <p:spPr>
            <a:xfrm>
              <a:off x="3301209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5" name="Google Shape;25925;p46"/>
            <p:cNvSpPr/>
            <p:nvPr/>
          </p:nvSpPr>
          <p:spPr>
            <a:xfrm>
              <a:off x="3420717" y="255603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6" name="Google Shape;25926;p46"/>
            <p:cNvSpPr/>
            <p:nvPr/>
          </p:nvSpPr>
          <p:spPr>
            <a:xfrm>
              <a:off x="313503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7" name="Google Shape;25927;p46"/>
            <p:cNvSpPr/>
            <p:nvPr/>
          </p:nvSpPr>
          <p:spPr>
            <a:xfrm>
              <a:off x="433011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8" name="Google Shape;25928;p46"/>
            <p:cNvSpPr/>
            <p:nvPr/>
          </p:nvSpPr>
          <p:spPr>
            <a:xfrm>
              <a:off x="552519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9" name="Google Shape;25929;p46"/>
            <p:cNvSpPr/>
            <p:nvPr/>
          </p:nvSpPr>
          <p:spPr>
            <a:xfrm>
              <a:off x="672027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0" name="Google Shape;25930;p46"/>
            <p:cNvSpPr/>
            <p:nvPr/>
          </p:nvSpPr>
          <p:spPr>
            <a:xfrm>
              <a:off x="791536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1" name="Google Shape;25931;p46"/>
            <p:cNvSpPr/>
            <p:nvPr/>
          </p:nvSpPr>
          <p:spPr>
            <a:xfrm>
              <a:off x="911044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2" name="Google Shape;25932;p46"/>
            <p:cNvSpPr/>
            <p:nvPr/>
          </p:nvSpPr>
          <p:spPr>
            <a:xfrm>
              <a:off x="1030552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3" name="Google Shape;25933;p46"/>
            <p:cNvSpPr/>
            <p:nvPr/>
          </p:nvSpPr>
          <p:spPr>
            <a:xfrm>
              <a:off x="1150060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4" name="Google Shape;25934;p46"/>
            <p:cNvSpPr/>
            <p:nvPr/>
          </p:nvSpPr>
          <p:spPr>
            <a:xfrm>
              <a:off x="1269568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5" name="Google Shape;25935;p46"/>
            <p:cNvSpPr/>
            <p:nvPr/>
          </p:nvSpPr>
          <p:spPr>
            <a:xfrm>
              <a:off x="1389077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6" name="Google Shape;25936;p46"/>
            <p:cNvSpPr/>
            <p:nvPr/>
          </p:nvSpPr>
          <p:spPr>
            <a:xfrm>
              <a:off x="1508585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7" name="Google Shape;25937;p46"/>
            <p:cNvSpPr/>
            <p:nvPr/>
          </p:nvSpPr>
          <p:spPr>
            <a:xfrm>
              <a:off x="1628093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8" name="Google Shape;25938;p46"/>
            <p:cNvSpPr/>
            <p:nvPr/>
          </p:nvSpPr>
          <p:spPr>
            <a:xfrm>
              <a:off x="1747601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9" name="Google Shape;25939;p46"/>
            <p:cNvSpPr/>
            <p:nvPr/>
          </p:nvSpPr>
          <p:spPr>
            <a:xfrm>
              <a:off x="1867110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0" name="Google Shape;25940;p46"/>
            <p:cNvSpPr/>
            <p:nvPr/>
          </p:nvSpPr>
          <p:spPr>
            <a:xfrm>
              <a:off x="1986618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1" name="Google Shape;25941;p46"/>
            <p:cNvSpPr/>
            <p:nvPr/>
          </p:nvSpPr>
          <p:spPr>
            <a:xfrm>
              <a:off x="2106126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2" name="Google Shape;25942;p46"/>
            <p:cNvSpPr/>
            <p:nvPr/>
          </p:nvSpPr>
          <p:spPr>
            <a:xfrm>
              <a:off x="2225634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3" name="Google Shape;25943;p46"/>
            <p:cNvSpPr/>
            <p:nvPr/>
          </p:nvSpPr>
          <p:spPr>
            <a:xfrm>
              <a:off x="2345143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4" name="Google Shape;25944;p46"/>
            <p:cNvSpPr/>
            <p:nvPr/>
          </p:nvSpPr>
          <p:spPr>
            <a:xfrm>
              <a:off x="2464651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5" name="Google Shape;25945;p46"/>
            <p:cNvSpPr/>
            <p:nvPr/>
          </p:nvSpPr>
          <p:spPr>
            <a:xfrm>
              <a:off x="2584159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6" name="Google Shape;25946;p46"/>
            <p:cNvSpPr/>
            <p:nvPr/>
          </p:nvSpPr>
          <p:spPr>
            <a:xfrm>
              <a:off x="2703667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7" name="Google Shape;25947;p46"/>
            <p:cNvSpPr/>
            <p:nvPr/>
          </p:nvSpPr>
          <p:spPr>
            <a:xfrm>
              <a:off x="2823176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8" name="Google Shape;25948;p46"/>
            <p:cNvSpPr/>
            <p:nvPr/>
          </p:nvSpPr>
          <p:spPr>
            <a:xfrm>
              <a:off x="2942684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9" name="Google Shape;25949;p46"/>
            <p:cNvSpPr/>
            <p:nvPr/>
          </p:nvSpPr>
          <p:spPr>
            <a:xfrm>
              <a:off x="3062192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0" name="Google Shape;25950;p46"/>
            <p:cNvSpPr/>
            <p:nvPr/>
          </p:nvSpPr>
          <p:spPr>
            <a:xfrm>
              <a:off x="3181700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1" name="Google Shape;25951;p46"/>
            <p:cNvSpPr/>
            <p:nvPr/>
          </p:nvSpPr>
          <p:spPr>
            <a:xfrm>
              <a:off x="3301209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2" name="Google Shape;25952;p46"/>
            <p:cNvSpPr/>
            <p:nvPr/>
          </p:nvSpPr>
          <p:spPr>
            <a:xfrm>
              <a:off x="3420717" y="266214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3" name="Google Shape;25953;p46"/>
            <p:cNvSpPr/>
            <p:nvPr/>
          </p:nvSpPr>
          <p:spPr>
            <a:xfrm>
              <a:off x="313503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4" name="Google Shape;25954;p46"/>
            <p:cNvSpPr/>
            <p:nvPr/>
          </p:nvSpPr>
          <p:spPr>
            <a:xfrm>
              <a:off x="433011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5" name="Google Shape;25955;p46"/>
            <p:cNvSpPr/>
            <p:nvPr/>
          </p:nvSpPr>
          <p:spPr>
            <a:xfrm>
              <a:off x="552519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6" name="Google Shape;25956;p46"/>
            <p:cNvSpPr/>
            <p:nvPr/>
          </p:nvSpPr>
          <p:spPr>
            <a:xfrm>
              <a:off x="672027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7" name="Google Shape;25957;p46"/>
            <p:cNvSpPr/>
            <p:nvPr/>
          </p:nvSpPr>
          <p:spPr>
            <a:xfrm>
              <a:off x="791536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8" name="Google Shape;25958;p46"/>
            <p:cNvSpPr/>
            <p:nvPr/>
          </p:nvSpPr>
          <p:spPr>
            <a:xfrm>
              <a:off x="911044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9" name="Google Shape;25959;p46"/>
            <p:cNvSpPr/>
            <p:nvPr/>
          </p:nvSpPr>
          <p:spPr>
            <a:xfrm>
              <a:off x="1030552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0" name="Google Shape;25960;p46"/>
            <p:cNvSpPr/>
            <p:nvPr/>
          </p:nvSpPr>
          <p:spPr>
            <a:xfrm>
              <a:off x="1150060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1" name="Google Shape;25961;p46"/>
            <p:cNvSpPr/>
            <p:nvPr/>
          </p:nvSpPr>
          <p:spPr>
            <a:xfrm>
              <a:off x="1269568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2" name="Google Shape;25962;p46"/>
            <p:cNvSpPr/>
            <p:nvPr/>
          </p:nvSpPr>
          <p:spPr>
            <a:xfrm>
              <a:off x="1389077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3" name="Google Shape;25963;p46"/>
            <p:cNvSpPr/>
            <p:nvPr/>
          </p:nvSpPr>
          <p:spPr>
            <a:xfrm>
              <a:off x="1508585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4" name="Google Shape;25964;p46"/>
            <p:cNvSpPr/>
            <p:nvPr/>
          </p:nvSpPr>
          <p:spPr>
            <a:xfrm>
              <a:off x="1628093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5" name="Google Shape;25965;p46"/>
            <p:cNvSpPr/>
            <p:nvPr/>
          </p:nvSpPr>
          <p:spPr>
            <a:xfrm>
              <a:off x="1747601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6" name="Google Shape;25966;p46"/>
            <p:cNvSpPr/>
            <p:nvPr/>
          </p:nvSpPr>
          <p:spPr>
            <a:xfrm>
              <a:off x="1867110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7" name="Google Shape;25967;p46"/>
            <p:cNvSpPr/>
            <p:nvPr/>
          </p:nvSpPr>
          <p:spPr>
            <a:xfrm>
              <a:off x="1986618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8" name="Google Shape;25968;p46"/>
            <p:cNvSpPr/>
            <p:nvPr/>
          </p:nvSpPr>
          <p:spPr>
            <a:xfrm>
              <a:off x="2106126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9" name="Google Shape;25969;p46"/>
            <p:cNvSpPr/>
            <p:nvPr/>
          </p:nvSpPr>
          <p:spPr>
            <a:xfrm>
              <a:off x="2225634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0" name="Google Shape;25970;p46"/>
            <p:cNvSpPr/>
            <p:nvPr/>
          </p:nvSpPr>
          <p:spPr>
            <a:xfrm>
              <a:off x="2345143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1" name="Google Shape;25971;p46"/>
            <p:cNvSpPr/>
            <p:nvPr/>
          </p:nvSpPr>
          <p:spPr>
            <a:xfrm>
              <a:off x="2464651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2" name="Google Shape;25972;p46"/>
            <p:cNvSpPr/>
            <p:nvPr/>
          </p:nvSpPr>
          <p:spPr>
            <a:xfrm>
              <a:off x="2584159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3" name="Google Shape;25973;p46"/>
            <p:cNvSpPr/>
            <p:nvPr/>
          </p:nvSpPr>
          <p:spPr>
            <a:xfrm>
              <a:off x="2703667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4" name="Google Shape;25974;p46"/>
            <p:cNvSpPr/>
            <p:nvPr/>
          </p:nvSpPr>
          <p:spPr>
            <a:xfrm>
              <a:off x="2823176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5" name="Google Shape;25975;p46"/>
            <p:cNvSpPr/>
            <p:nvPr/>
          </p:nvSpPr>
          <p:spPr>
            <a:xfrm>
              <a:off x="2942684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6" name="Google Shape;25976;p46"/>
            <p:cNvSpPr/>
            <p:nvPr/>
          </p:nvSpPr>
          <p:spPr>
            <a:xfrm>
              <a:off x="3062192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7" name="Google Shape;25977;p46"/>
            <p:cNvSpPr/>
            <p:nvPr/>
          </p:nvSpPr>
          <p:spPr>
            <a:xfrm>
              <a:off x="3181700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8" name="Google Shape;25978;p46"/>
            <p:cNvSpPr/>
            <p:nvPr/>
          </p:nvSpPr>
          <p:spPr>
            <a:xfrm>
              <a:off x="3301209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9" name="Google Shape;25979;p46"/>
            <p:cNvSpPr/>
            <p:nvPr/>
          </p:nvSpPr>
          <p:spPr>
            <a:xfrm>
              <a:off x="3420717" y="276824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0" name="Google Shape;25980;p46"/>
            <p:cNvSpPr/>
            <p:nvPr/>
          </p:nvSpPr>
          <p:spPr>
            <a:xfrm>
              <a:off x="313503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1" name="Google Shape;25981;p46"/>
            <p:cNvSpPr/>
            <p:nvPr/>
          </p:nvSpPr>
          <p:spPr>
            <a:xfrm>
              <a:off x="433011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2" name="Google Shape;25982;p46"/>
            <p:cNvSpPr/>
            <p:nvPr/>
          </p:nvSpPr>
          <p:spPr>
            <a:xfrm>
              <a:off x="552519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3" name="Google Shape;25983;p46"/>
            <p:cNvSpPr/>
            <p:nvPr/>
          </p:nvSpPr>
          <p:spPr>
            <a:xfrm>
              <a:off x="672027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4" name="Google Shape;25984;p46"/>
            <p:cNvSpPr/>
            <p:nvPr/>
          </p:nvSpPr>
          <p:spPr>
            <a:xfrm>
              <a:off x="791536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5" name="Google Shape;25985;p46"/>
            <p:cNvSpPr/>
            <p:nvPr/>
          </p:nvSpPr>
          <p:spPr>
            <a:xfrm>
              <a:off x="911044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6" name="Google Shape;25986;p46"/>
            <p:cNvSpPr/>
            <p:nvPr/>
          </p:nvSpPr>
          <p:spPr>
            <a:xfrm>
              <a:off x="1030552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7" name="Google Shape;25987;p46"/>
            <p:cNvSpPr/>
            <p:nvPr/>
          </p:nvSpPr>
          <p:spPr>
            <a:xfrm>
              <a:off x="1150060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8" name="Google Shape;25988;p46"/>
            <p:cNvSpPr/>
            <p:nvPr/>
          </p:nvSpPr>
          <p:spPr>
            <a:xfrm>
              <a:off x="1269568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9" name="Google Shape;25989;p46"/>
            <p:cNvSpPr/>
            <p:nvPr/>
          </p:nvSpPr>
          <p:spPr>
            <a:xfrm>
              <a:off x="1389077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0" name="Google Shape;25990;p46"/>
            <p:cNvSpPr/>
            <p:nvPr/>
          </p:nvSpPr>
          <p:spPr>
            <a:xfrm>
              <a:off x="1508585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1" name="Google Shape;25991;p46"/>
            <p:cNvSpPr/>
            <p:nvPr/>
          </p:nvSpPr>
          <p:spPr>
            <a:xfrm>
              <a:off x="1628093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2" name="Google Shape;25992;p46"/>
            <p:cNvSpPr/>
            <p:nvPr/>
          </p:nvSpPr>
          <p:spPr>
            <a:xfrm>
              <a:off x="1747601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3" name="Google Shape;25993;p46"/>
            <p:cNvSpPr/>
            <p:nvPr/>
          </p:nvSpPr>
          <p:spPr>
            <a:xfrm>
              <a:off x="1867110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4" name="Google Shape;25994;p46"/>
            <p:cNvSpPr/>
            <p:nvPr/>
          </p:nvSpPr>
          <p:spPr>
            <a:xfrm>
              <a:off x="1986618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5" name="Google Shape;25995;p46"/>
            <p:cNvSpPr/>
            <p:nvPr/>
          </p:nvSpPr>
          <p:spPr>
            <a:xfrm>
              <a:off x="2106126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6" name="Google Shape;25996;p46"/>
            <p:cNvSpPr/>
            <p:nvPr/>
          </p:nvSpPr>
          <p:spPr>
            <a:xfrm>
              <a:off x="2225634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7" name="Google Shape;25997;p46"/>
            <p:cNvSpPr/>
            <p:nvPr/>
          </p:nvSpPr>
          <p:spPr>
            <a:xfrm>
              <a:off x="2345143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8" name="Google Shape;25998;p46"/>
            <p:cNvSpPr/>
            <p:nvPr/>
          </p:nvSpPr>
          <p:spPr>
            <a:xfrm>
              <a:off x="2464651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9" name="Google Shape;25999;p46"/>
            <p:cNvSpPr/>
            <p:nvPr/>
          </p:nvSpPr>
          <p:spPr>
            <a:xfrm>
              <a:off x="2584159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0" name="Google Shape;26000;p46"/>
            <p:cNvSpPr/>
            <p:nvPr/>
          </p:nvSpPr>
          <p:spPr>
            <a:xfrm>
              <a:off x="2703667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1" name="Google Shape;26001;p46"/>
            <p:cNvSpPr/>
            <p:nvPr/>
          </p:nvSpPr>
          <p:spPr>
            <a:xfrm>
              <a:off x="2823176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2" name="Google Shape;26002;p46"/>
            <p:cNvSpPr/>
            <p:nvPr/>
          </p:nvSpPr>
          <p:spPr>
            <a:xfrm>
              <a:off x="2942684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3" name="Google Shape;26003;p46"/>
            <p:cNvSpPr/>
            <p:nvPr/>
          </p:nvSpPr>
          <p:spPr>
            <a:xfrm>
              <a:off x="3062192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4" name="Google Shape;26004;p46"/>
            <p:cNvSpPr/>
            <p:nvPr/>
          </p:nvSpPr>
          <p:spPr>
            <a:xfrm>
              <a:off x="3181700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5" name="Google Shape;26005;p46"/>
            <p:cNvSpPr/>
            <p:nvPr/>
          </p:nvSpPr>
          <p:spPr>
            <a:xfrm>
              <a:off x="3301209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6" name="Google Shape;26006;p46"/>
            <p:cNvSpPr/>
            <p:nvPr/>
          </p:nvSpPr>
          <p:spPr>
            <a:xfrm>
              <a:off x="3420717" y="287435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7" name="Google Shape;26007;p46"/>
            <p:cNvSpPr/>
            <p:nvPr/>
          </p:nvSpPr>
          <p:spPr>
            <a:xfrm>
              <a:off x="313503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8" name="Google Shape;26008;p46"/>
            <p:cNvSpPr/>
            <p:nvPr/>
          </p:nvSpPr>
          <p:spPr>
            <a:xfrm>
              <a:off x="433011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9" name="Google Shape;26009;p46"/>
            <p:cNvSpPr/>
            <p:nvPr/>
          </p:nvSpPr>
          <p:spPr>
            <a:xfrm>
              <a:off x="552519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0" name="Google Shape;26010;p46"/>
            <p:cNvSpPr/>
            <p:nvPr/>
          </p:nvSpPr>
          <p:spPr>
            <a:xfrm>
              <a:off x="672027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1" name="Google Shape;26011;p46"/>
            <p:cNvSpPr/>
            <p:nvPr/>
          </p:nvSpPr>
          <p:spPr>
            <a:xfrm>
              <a:off x="791536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2" name="Google Shape;26012;p46"/>
            <p:cNvSpPr/>
            <p:nvPr/>
          </p:nvSpPr>
          <p:spPr>
            <a:xfrm>
              <a:off x="911044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3" name="Google Shape;26013;p46"/>
            <p:cNvSpPr/>
            <p:nvPr/>
          </p:nvSpPr>
          <p:spPr>
            <a:xfrm>
              <a:off x="1030552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4" name="Google Shape;26014;p46"/>
            <p:cNvSpPr/>
            <p:nvPr/>
          </p:nvSpPr>
          <p:spPr>
            <a:xfrm>
              <a:off x="1150060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5" name="Google Shape;26015;p46"/>
            <p:cNvSpPr/>
            <p:nvPr/>
          </p:nvSpPr>
          <p:spPr>
            <a:xfrm>
              <a:off x="1269568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6" name="Google Shape;26016;p46"/>
            <p:cNvSpPr/>
            <p:nvPr/>
          </p:nvSpPr>
          <p:spPr>
            <a:xfrm>
              <a:off x="1389077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7" name="Google Shape;26017;p46"/>
            <p:cNvSpPr/>
            <p:nvPr/>
          </p:nvSpPr>
          <p:spPr>
            <a:xfrm>
              <a:off x="1508585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8" name="Google Shape;26018;p46"/>
            <p:cNvSpPr/>
            <p:nvPr/>
          </p:nvSpPr>
          <p:spPr>
            <a:xfrm>
              <a:off x="1628093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9" name="Google Shape;26019;p46"/>
            <p:cNvSpPr/>
            <p:nvPr/>
          </p:nvSpPr>
          <p:spPr>
            <a:xfrm>
              <a:off x="1747601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0" name="Google Shape;26020;p46"/>
            <p:cNvSpPr/>
            <p:nvPr/>
          </p:nvSpPr>
          <p:spPr>
            <a:xfrm>
              <a:off x="1867110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1" name="Google Shape;26021;p46"/>
            <p:cNvSpPr/>
            <p:nvPr/>
          </p:nvSpPr>
          <p:spPr>
            <a:xfrm>
              <a:off x="1986618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2" name="Google Shape;26022;p46"/>
            <p:cNvSpPr/>
            <p:nvPr/>
          </p:nvSpPr>
          <p:spPr>
            <a:xfrm>
              <a:off x="2106126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3" name="Google Shape;26023;p46"/>
            <p:cNvSpPr/>
            <p:nvPr/>
          </p:nvSpPr>
          <p:spPr>
            <a:xfrm>
              <a:off x="2225634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4" name="Google Shape;26024;p46"/>
            <p:cNvSpPr/>
            <p:nvPr/>
          </p:nvSpPr>
          <p:spPr>
            <a:xfrm>
              <a:off x="2345143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5" name="Google Shape;26025;p46"/>
            <p:cNvSpPr/>
            <p:nvPr/>
          </p:nvSpPr>
          <p:spPr>
            <a:xfrm>
              <a:off x="2464651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6" name="Google Shape;26026;p46"/>
            <p:cNvSpPr/>
            <p:nvPr/>
          </p:nvSpPr>
          <p:spPr>
            <a:xfrm>
              <a:off x="2584159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7" name="Google Shape;26027;p46"/>
            <p:cNvSpPr/>
            <p:nvPr/>
          </p:nvSpPr>
          <p:spPr>
            <a:xfrm>
              <a:off x="2703667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8" name="Google Shape;26028;p46"/>
            <p:cNvSpPr/>
            <p:nvPr/>
          </p:nvSpPr>
          <p:spPr>
            <a:xfrm>
              <a:off x="2823176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9" name="Google Shape;26029;p46"/>
            <p:cNvSpPr/>
            <p:nvPr/>
          </p:nvSpPr>
          <p:spPr>
            <a:xfrm>
              <a:off x="2942684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0" name="Google Shape;26030;p46"/>
            <p:cNvSpPr/>
            <p:nvPr/>
          </p:nvSpPr>
          <p:spPr>
            <a:xfrm>
              <a:off x="3062192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1" name="Google Shape;26031;p46"/>
            <p:cNvSpPr/>
            <p:nvPr/>
          </p:nvSpPr>
          <p:spPr>
            <a:xfrm>
              <a:off x="3181700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2" name="Google Shape;26032;p46"/>
            <p:cNvSpPr/>
            <p:nvPr/>
          </p:nvSpPr>
          <p:spPr>
            <a:xfrm>
              <a:off x="3301209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3" name="Google Shape;26033;p46"/>
            <p:cNvSpPr/>
            <p:nvPr/>
          </p:nvSpPr>
          <p:spPr>
            <a:xfrm>
              <a:off x="3420717" y="298046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4" name="Google Shape;26034;p46"/>
            <p:cNvSpPr/>
            <p:nvPr/>
          </p:nvSpPr>
          <p:spPr>
            <a:xfrm>
              <a:off x="313503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5" name="Google Shape;26035;p46"/>
            <p:cNvSpPr/>
            <p:nvPr/>
          </p:nvSpPr>
          <p:spPr>
            <a:xfrm>
              <a:off x="433011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6" name="Google Shape;26036;p46"/>
            <p:cNvSpPr/>
            <p:nvPr/>
          </p:nvSpPr>
          <p:spPr>
            <a:xfrm>
              <a:off x="552519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7" name="Google Shape;26037;p46"/>
            <p:cNvSpPr/>
            <p:nvPr/>
          </p:nvSpPr>
          <p:spPr>
            <a:xfrm>
              <a:off x="672027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8" name="Google Shape;26038;p46"/>
            <p:cNvSpPr/>
            <p:nvPr/>
          </p:nvSpPr>
          <p:spPr>
            <a:xfrm>
              <a:off x="791536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9" name="Google Shape;26039;p46"/>
            <p:cNvSpPr/>
            <p:nvPr/>
          </p:nvSpPr>
          <p:spPr>
            <a:xfrm>
              <a:off x="911044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0" name="Google Shape;26040;p46"/>
            <p:cNvSpPr/>
            <p:nvPr/>
          </p:nvSpPr>
          <p:spPr>
            <a:xfrm>
              <a:off x="1030552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1" name="Google Shape;26041;p46"/>
            <p:cNvSpPr/>
            <p:nvPr/>
          </p:nvSpPr>
          <p:spPr>
            <a:xfrm>
              <a:off x="1150060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2" name="Google Shape;26042;p46"/>
            <p:cNvSpPr/>
            <p:nvPr/>
          </p:nvSpPr>
          <p:spPr>
            <a:xfrm>
              <a:off x="1269568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3" name="Google Shape;26043;p46"/>
            <p:cNvSpPr/>
            <p:nvPr/>
          </p:nvSpPr>
          <p:spPr>
            <a:xfrm>
              <a:off x="1389077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4" name="Google Shape;26044;p46"/>
            <p:cNvSpPr/>
            <p:nvPr/>
          </p:nvSpPr>
          <p:spPr>
            <a:xfrm>
              <a:off x="1508585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5" name="Google Shape;26045;p46"/>
            <p:cNvSpPr/>
            <p:nvPr/>
          </p:nvSpPr>
          <p:spPr>
            <a:xfrm>
              <a:off x="1628093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6" name="Google Shape;26046;p46"/>
            <p:cNvSpPr/>
            <p:nvPr/>
          </p:nvSpPr>
          <p:spPr>
            <a:xfrm>
              <a:off x="1747601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7" name="Google Shape;26047;p46"/>
            <p:cNvSpPr/>
            <p:nvPr/>
          </p:nvSpPr>
          <p:spPr>
            <a:xfrm>
              <a:off x="1867110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8" name="Google Shape;26048;p46"/>
            <p:cNvSpPr/>
            <p:nvPr/>
          </p:nvSpPr>
          <p:spPr>
            <a:xfrm>
              <a:off x="1986618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9" name="Google Shape;26049;p46"/>
            <p:cNvSpPr/>
            <p:nvPr/>
          </p:nvSpPr>
          <p:spPr>
            <a:xfrm>
              <a:off x="2106126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0" name="Google Shape;26050;p46"/>
            <p:cNvSpPr/>
            <p:nvPr/>
          </p:nvSpPr>
          <p:spPr>
            <a:xfrm>
              <a:off x="2225634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1" name="Google Shape;26051;p46"/>
            <p:cNvSpPr/>
            <p:nvPr/>
          </p:nvSpPr>
          <p:spPr>
            <a:xfrm>
              <a:off x="2345143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2" name="Google Shape;26052;p46"/>
            <p:cNvSpPr/>
            <p:nvPr/>
          </p:nvSpPr>
          <p:spPr>
            <a:xfrm>
              <a:off x="2464651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3" name="Google Shape;26053;p46"/>
            <p:cNvSpPr/>
            <p:nvPr/>
          </p:nvSpPr>
          <p:spPr>
            <a:xfrm>
              <a:off x="2584159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4" name="Google Shape;26054;p46"/>
            <p:cNvSpPr/>
            <p:nvPr/>
          </p:nvSpPr>
          <p:spPr>
            <a:xfrm>
              <a:off x="2703667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5" name="Google Shape;26055;p46"/>
            <p:cNvSpPr/>
            <p:nvPr/>
          </p:nvSpPr>
          <p:spPr>
            <a:xfrm>
              <a:off x="2823176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6" name="Google Shape;26056;p46"/>
            <p:cNvSpPr/>
            <p:nvPr/>
          </p:nvSpPr>
          <p:spPr>
            <a:xfrm>
              <a:off x="2942684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7" name="Google Shape;26057;p46"/>
            <p:cNvSpPr/>
            <p:nvPr/>
          </p:nvSpPr>
          <p:spPr>
            <a:xfrm>
              <a:off x="3062192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8" name="Google Shape;26058;p46"/>
            <p:cNvSpPr/>
            <p:nvPr/>
          </p:nvSpPr>
          <p:spPr>
            <a:xfrm>
              <a:off x="3181700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9" name="Google Shape;26059;p46"/>
            <p:cNvSpPr/>
            <p:nvPr/>
          </p:nvSpPr>
          <p:spPr>
            <a:xfrm>
              <a:off x="3301209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0" name="Google Shape;26060;p46"/>
            <p:cNvSpPr/>
            <p:nvPr/>
          </p:nvSpPr>
          <p:spPr>
            <a:xfrm>
              <a:off x="3420717" y="308657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1" name="Google Shape;26061;p46"/>
            <p:cNvSpPr/>
            <p:nvPr/>
          </p:nvSpPr>
          <p:spPr>
            <a:xfrm>
              <a:off x="313503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2" name="Google Shape;26062;p46"/>
            <p:cNvSpPr/>
            <p:nvPr/>
          </p:nvSpPr>
          <p:spPr>
            <a:xfrm>
              <a:off x="433011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3" name="Google Shape;26063;p46"/>
            <p:cNvSpPr/>
            <p:nvPr/>
          </p:nvSpPr>
          <p:spPr>
            <a:xfrm>
              <a:off x="552519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4" name="Google Shape;26064;p46"/>
            <p:cNvSpPr/>
            <p:nvPr/>
          </p:nvSpPr>
          <p:spPr>
            <a:xfrm>
              <a:off x="672027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5" name="Google Shape;26065;p46"/>
            <p:cNvSpPr/>
            <p:nvPr/>
          </p:nvSpPr>
          <p:spPr>
            <a:xfrm>
              <a:off x="791536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6" name="Google Shape;26066;p46"/>
            <p:cNvSpPr/>
            <p:nvPr/>
          </p:nvSpPr>
          <p:spPr>
            <a:xfrm>
              <a:off x="911044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7" name="Google Shape;26067;p46"/>
            <p:cNvSpPr/>
            <p:nvPr/>
          </p:nvSpPr>
          <p:spPr>
            <a:xfrm>
              <a:off x="1030552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8" name="Google Shape;26068;p46"/>
            <p:cNvSpPr/>
            <p:nvPr/>
          </p:nvSpPr>
          <p:spPr>
            <a:xfrm>
              <a:off x="1150060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9" name="Google Shape;26069;p46"/>
            <p:cNvSpPr/>
            <p:nvPr/>
          </p:nvSpPr>
          <p:spPr>
            <a:xfrm>
              <a:off x="1269568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0" name="Google Shape;26070;p46"/>
            <p:cNvSpPr/>
            <p:nvPr/>
          </p:nvSpPr>
          <p:spPr>
            <a:xfrm>
              <a:off x="1389077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1" name="Google Shape;26071;p46"/>
            <p:cNvSpPr/>
            <p:nvPr/>
          </p:nvSpPr>
          <p:spPr>
            <a:xfrm>
              <a:off x="1508585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2" name="Google Shape;26072;p46"/>
            <p:cNvSpPr/>
            <p:nvPr/>
          </p:nvSpPr>
          <p:spPr>
            <a:xfrm>
              <a:off x="1628093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3" name="Google Shape;26073;p46"/>
            <p:cNvSpPr/>
            <p:nvPr/>
          </p:nvSpPr>
          <p:spPr>
            <a:xfrm>
              <a:off x="1747601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4" name="Google Shape;26074;p46"/>
            <p:cNvSpPr/>
            <p:nvPr/>
          </p:nvSpPr>
          <p:spPr>
            <a:xfrm>
              <a:off x="1867110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5" name="Google Shape;26075;p46"/>
            <p:cNvSpPr/>
            <p:nvPr/>
          </p:nvSpPr>
          <p:spPr>
            <a:xfrm>
              <a:off x="1986618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6" name="Google Shape;26076;p46"/>
            <p:cNvSpPr/>
            <p:nvPr/>
          </p:nvSpPr>
          <p:spPr>
            <a:xfrm>
              <a:off x="2106126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7" name="Google Shape;26077;p46"/>
            <p:cNvSpPr/>
            <p:nvPr/>
          </p:nvSpPr>
          <p:spPr>
            <a:xfrm>
              <a:off x="2225634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8" name="Google Shape;26078;p46"/>
            <p:cNvSpPr/>
            <p:nvPr/>
          </p:nvSpPr>
          <p:spPr>
            <a:xfrm>
              <a:off x="2345143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9" name="Google Shape;26079;p46"/>
            <p:cNvSpPr/>
            <p:nvPr/>
          </p:nvSpPr>
          <p:spPr>
            <a:xfrm>
              <a:off x="2464651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0" name="Google Shape;26080;p46"/>
            <p:cNvSpPr/>
            <p:nvPr/>
          </p:nvSpPr>
          <p:spPr>
            <a:xfrm>
              <a:off x="2584159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1" name="Google Shape;26081;p46"/>
            <p:cNvSpPr/>
            <p:nvPr/>
          </p:nvSpPr>
          <p:spPr>
            <a:xfrm>
              <a:off x="2703667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2" name="Google Shape;26082;p46"/>
            <p:cNvSpPr/>
            <p:nvPr/>
          </p:nvSpPr>
          <p:spPr>
            <a:xfrm>
              <a:off x="2823176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3" name="Google Shape;26083;p46"/>
            <p:cNvSpPr/>
            <p:nvPr/>
          </p:nvSpPr>
          <p:spPr>
            <a:xfrm>
              <a:off x="2942684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4" name="Google Shape;26084;p46"/>
            <p:cNvSpPr/>
            <p:nvPr/>
          </p:nvSpPr>
          <p:spPr>
            <a:xfrm>
              <a:off x="3062192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5" name="Google Shape;26085;p46"/>
            <p:cNvSpPr/>
            <p:nvPr/>
          </p:nvSpPr>
          <p:spPr>
            <a:xfrm>
              <a:off x="3181700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6" name="Google Shape;26086;p46"/>
            <p:cNvSpPr/>
            <p:nvPr/>
          </p:nvSpPr>
          <p:spPr>
            <a:xfrm>
              <a:off x="3301209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7" name="Google Shape;26087;p46"/>
            <p:cNvSpPr/>
            <p:nvPr/>
          </p:nvSpPr>
          <p:spPr>
            <a:xfrm>
              <a:off x="3420717" y="319267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8" name="Google Shape;26088;p46"/>
            <p:cNvSpPr/>
            <p:nvPr/>
          </p:nvSpPr>
          <p:spPr>
            <a:xfrm>
              <a:off x="313503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9" name="Google Shape;26089;p46"/>
            <p:cNvSpPr/>
            <p:nvPr/>
          </p:nvSpPr>
          <p:spPr>
            <a:xfrm>
              <a:off x="433011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0" name="Google Shape;26090;p46"/>
            <p:cNvSpPr/>
            <p:nvPr/>
          </p:nvSpPr>
          <p:spPr>
            <a:xfrm>
              <a:off x="552519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1" name="Google Shape;26091;p46"/>
            <p:cNvSpPr/>
            <p:nvPr/>
          </p:nvSpPr>
          <p:spPr>
            <a:xfrm>
              <a:off x="672027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2" name="Google Shape;26092;p46"/>
            <p:cNvSpPr/>
            <p:nvPr/>
          </p:nvSpPr>
          <p:spPr>
            <a:xfrm>
              <a:off x="791536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3" name="Google Shape;26093;p46"/>
            <p:cNvSpPr/>
            <p:nvPr/>
          </p:nvSpPr>
          <p:spPr>
            <a:xfrm>
              <a:off x="911044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4" name="Google Shape;26094;p46"/>
            <p:cNvSpPr/>
            <p:nvPr/>
          </p:nvSpPr>
          <p:spPr>
            <a:xfrm>
              <a:off x="1030552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5" name="Google Shape;26095;p46"/>
            <p:cNvSpPr/>
            <p:nvPr/>
          </p:nvSpPr>
          <p:spPr>
            <a:xfrm>
              <a:off x="1150060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6" name="Google Shape;26096;p46"/>
            <p:cNvSpPr/>
            <p:nvPr/>
          </p:nvSpPr>
          <p:spPr>
            <a:xfrm>
              <a:off x="1269568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7" name="Google Shape;26097;p46"/>
            <p:cNvSpPr/>
            <p:nvPr/>
          </p:nvSpPr>
          <p:spPr>
            <a:xfrm>
              <a:off x="1389077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8" name="Google Shape;26098;p46"/>
            <p:cNvSpPr/>
            <p:nvPr/>
          </p:nvSpPr>
          <p:spPr>
            <a:xfrm>
              <a:off x="1508585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9" name="Google Shape;26099;p46"/>
            <p:cNvSpPr/>
            <p:nvPr/>
          </p:nvSpPr>
          <p:spPr>
            <a:xfrm>
              <a:off x="1628093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0" name="Google Shape;26100;p46"/>
            <p:cNvSpPr/>
            <p:nvPr/>
          </p:nvSpPr>
          <p:spPr>
            <a:xfrm>
              <a:off x="1747601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1" name="Google Shape;26101;p46"/>
            <p:cNvSpPr/>
            <p:nvPr/>
          </p:nvSpPr>
          <p:spPr>
            <a:xfrm>
              <a:off x="1867110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2" name="Google Shape;26102;p46"/>
            <p:cNvSpPr/>
            <p:nvPr/>
          </p:nvSpPr>
          <p:spPr>
            <a:xfrm>
              <a:off x="1986618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3" name="Google Shape;26103;p46"/>
            <p:cNvSpPr/>
            <p:nvPr/>
          </p:nvSpPr>
          <p:spPr>
            <a:xfrm>
              <a:off x="2106126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4" name="Google Shape;26104;p46"/>
            <p:cNvSpPr/>
            <p:nvPr/>
          </p:nvSpPr>
          <p:spPr>
            <a:xfrm>
              <a:off x="2225634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5" name="Google Shape;26105;p46"/>
            <p:cNvSpPr/>
            <p:nvPr/>
          </p:nvSpPr>
          <p:spPr>
            <a:xfrm>
              <a:off x="2345143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6" name="Google Shape;26106;p46"/>
            <p:cNvSpPr/>
            <p:nvPr/>
          </p:nvSpPr>
          <p:spPr>
            <a:xfrm>
              <a:off x="2464651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7" name="Google Shape;26107;p46"/>
            <p:cNvSpPr/>
            <p:nvPr/>
          </p:nvSpPr>
          <p:spPr>
            <a:xfrm>
              <a:off x="2584159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8" name="Google Shape;26108;p46"/>
            <p:cNvSpPr/>
            <p:nvPr/>
          </p:nvSpPr>
          <p:spPr>
            <a:xfrm>
              <a:off x="2703667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9" name="Google Shape;26109;p46"/>
            <p:cNvSpPr/>
            <p:nvPr/>
          </p:nvSpPr>
          <p:spPr>
            <a:xfrm>
              <a:off x="2823176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0" name="Google Shape;26110;p46"/>
            <p:cNvSpPr/>
            <p:nvPr/>
          </p:nvSpPr>
          <p:spPr>
            <a:xfrm>
              <a:off x="2942684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1" name="Google Shape;26111;p46"/>
            <p:cNvSpPr/>
            <p:nvPr/>
          </p:nvSpPr>
          <p:spPr>
            <a:xfrm>
              <a:off x="3062192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2" name="Google Shape;26112;p46"/>
            <p:cNvSpPr/>
            <p:nvPr/>
          </p:nvSpPr>
          <p:spPr>
            <a:xfrm>
              <a:off x="3181700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3" name="Google Shape;26113;p46"/>
            <p:cNvSpPr/>
            <p:nvPr/>
          </p:nvSpPr>
          <p:spPr>
            <a:xfrm>
              <a:off x="3301209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4" name="Google Shape;26114;p46"/>
            <p:cNvSpPr/>
            <p:nvPr/>
          </p:nvSpPr>
          <p:spPr>
            <a:xfrm>
              <a:off x="3420717" y="329878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5" name="Google Shape;26115;p46"/>
            <p:cNvSpPr/>
            <p:nvPr/>
          </p:nvSpPr>
          <p:spPr>
            <a:xfrm>
              <a:off x="313503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6" name="Google Shape;26116;p46"/>
            <p:cNvSpPr/>
            <p:nvPr/>
          </p:nvSpPr>
          <p:spPr>
            <a:xfrm>
              <a:off x="433011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7" name="Google Shape;26117;p46"/>
            <p:cNvSpPr/>
            <p:nvPr/>
          </p:nvSpPr>
          <p:spPr>
            <a:xfrm>
              <a:off x="552519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8" name="Google Shape;26118;p46"/>
            <p:cNvSpPr/>
            <p:nvPr/>
          </p:nvSpPr>
          <p:spPr>
            <a:xfrm>
              <a:off x="672027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9" name="Google Shape;26119;p46"/>
            <p:cNvSpPr/>
            <p:nvPr/>
          </p:nvSpPr>
          <p:spPr>
            <a:xfrm>
              <a:off x="791536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0" name="Google Shape;26120;p46"/>
            <p:cNvSpPr/>
            <p:nvPr/>
          </p:nvSpPr>
          <p:spPr>
            <a:xfrm>
              <a:off x="911044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1" name="Google Shape;26121;p46"/>
            <p:cNvSpPr/>
            <p:nvPr/>
          </p:nvSpPr>
          <p:spPr>
            <a:xfrm>
              <a:off x="1030552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2" name="Google Shape;26122;p46"/>
            <p:cNvSpPr/>
            <p:nvPr/>
          </p:nvSpPr>
          <p:spPr>
            <a:xfrm>
              <a:off x="1150060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3" name="Google Shape;26123;p46"/>
            <p:cNvSpPr/>
            <p:nvPr/>
          </p:nvSpPr>
          <p:spPr>
            <a:xfrm>
              <a:off x="1269568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4" name="Google Shape;26124;p46"/>
            <p:cNvSpPr/>
            <p:nvPr/>
          </p:nvSpPr>
          <p:spPr>
            <a:xfrm>
              <a:off x="1389077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5" name="Google Shape;26125;p46"/>
            <p:cNvSpPr/>
            <p:nvPr/>
          </p:nvSpPr>
          <p:spPr>
            <a:xfrm>
              <a:off x="1508585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6" name="Google Shape;26126;p46"/>
            <p:cNvSpPr/>
            <p:nvPr/>
          </p:nvSpPr>
          <p:spPr>
            <a:xfrm>
              <a:off x="1628093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7" name="Google Shape;26127;p46"/>
            <p:cNvSpPr/>
            <p:nvPr/>
          </p:nvSpPr>
          <p:spPr>
            <a:xfrm>
              <a:off x="1747601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8" name="Google Shape;26128;p46"/>
            <p:cNvSpPr/>
            <p:nvPr/>
          </p:nvSpPr>
          <p:spPr>
            <a:xfrm>
              <a:off x="1867110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9" name="Google Shape;26129;p46"/>
            <p:cNvSpPr/>
            <p:nvPr/>
          </p:nvSpPr>
          <p:spPr>
            <a:xfrm>
              <a:off x="1986618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0" name="Google Shape;26130;p46"/>
            <p:cNvSpPr/>
            <p:nvPr/>
          </p:nvSpPr>
          <p:spPr>
            <a:xfrm>
              <a:off x="2106126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1" name="Google Shape;26131;p46"/>
            <p:cNvSpPr/>
            <p:nvPr/>
          </p:nvSpPr>
          <p:spPr>
            <a:xfrm>
              <a:off x="2225634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2" name="Google Shape;26132;p46"/>
            <p:cNvSpPr/>
            <p:nvPr/>
          </p:nvSpPr>
          <p:spPr>
            <a:xfrm>
              <a:off x="2345143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3" name="Google Shape;26133;p46"/>
            <p:cNvSpPr/>
            <p:nvPr/>
          </p:nvSpPr>
          <p:spPr>
            <a:xfrm>
              <a:off x="2464651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4" name="Google Shape;26134;p46"/>
            <p:cNvSpPr/>
            <p:nvPr/>
          </p:nvSpPr>
          <p:spPr>
            <a:xfrm>
              <a:off x="2584159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5" name="Google Shape;26135;p46"/>
            <p:cNvSpPr/>
            <p:nvPr/>
          </p:nvSpPr>
          <p:spPr>
            <a:xfrm>
              <a:off x="2703667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6" name="Google Shape;26136;p46"/>
            <p:cNvSpPr/>
            <p:nvPr/>
          </p:nvSpPr>
          <p:spPr>
            <a:xfrm>
              <a:off x="2823176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7" name="Google Shape;26137;p46"/>
            <p:cNvSpPr/>
            <p:nvPr/>
          </p:nvSpPr>
          <p:spPr>
            <a:xfrm>
              <a:off x="2942684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8" name="Google Shape;26138;p46"/>
            <p:cNvSpPr/>
            <p:nvPr/>
          </p:nvSpPr>
          <p:spPr>
            <a:xfrm>
              <a:off x="3062192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9" name="Google Shape;26139;p46"/>
            <p:cNvSpPr/>
            <p:nvPr/>
          </p:nvSpPr>
          <p:spPr>
            <a:xfrm>
              <a:off x="3181700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0" name="Google Shape;26140;p46"/>
            <p:cNvSpPr/>
            <p:nvPr/>
          </p:nvSpPr>
          <p:spPr>
            <a:xfrm>
              <a:off x="3301209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1" name="Google Shape;26141;p46"/>
            <p:cNvSpPr/>
            <p:nvPr/>
          </p:nvSpPr>
          <p:spPr>
            <a:xfrm>
              <a:off x="3420717" y="340489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2" name="Google Shape;26142;p46"/>
            <p:cNvSpPr/>
            <p:nvPr/>
          </p:nvSpPr>
          <p:spPr>
            <a:xfrm>
              <a:off x="313503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3" name="Google Shape;26143;p46"/>
            <p:cNvSpPr/>
            <p:nvPr/>
          </p:nvSpPr>
          <p:spPr>
            <a:xfrm>
              <a:off x="433011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4" name="Google Shape;26144;p46"/>
            <p:cNvSpPr/>
            <p:nvPr/>
          </p:nvSpPr>
          <p:spPr>
            <a:xfrm>
              <a:off x="552519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5" name="Google Shape;26145;p46"/>
            <p:cNvSpPr/>
            <p:nvPr/>
          </p:nvSpPr>
          <p:spPr>
            <a:xfrm>
              <a:off x="672027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6" name="Google Shape;26146;p46"/>
            <p:cNvSpPr/>
            <p:nvPr/>
          </p:nvSpPr>
          <p:spPr>
            <a:xfrm>
              <a:off x="791536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7" name="Google Shape;26147;p46"/>
            <p:cNvSpPr/>
            <p:nvPr/>
          </p:nvSpPr>
          <p:spPr>
            <a:xfrm>
              <a:off x="911044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8" name="Google Shape;26148;p46"/>
            <p:cNvSpPr/>
            <p:nvPr/>
          </p:nvSpPr>
          <p:spPr>
            <a:xfrm>
              <a:off x="1030552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9" name="Google Shape;26149;p46"/>
            <p:cNvSpPr/>
            <p:nvPr/>
          </p:nvSpPr>
          <p:spPr>
            <a:xfrm>
              <a:off x="1150060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0" name="Google Shape;26150;p46"/>
            <p:cNvSpPr/>
            <p:nvPr/>
          </p:nvSpPr>
          <p:spPr>
            <a:xfrm>
              <a:off x="1269568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1" name="Google Shape;26151;p46"/>
            <p:cNvSpPr/>
            <p:nvPr/>
          </p:nvSpPr>
          <p:spPr>
            <a:xfrm>
              <a:off x="1389077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2" name="Google Shape;26152;p46"/>
            <p:cNvSpPr/>
            <p:nvPr/>
          </p:nvSpPr>
          <p:spPr>
            <a:xfrm>
              <a:off x="1508585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3" name="Google Shape;26153;p46"/>
            <p:cNvSpPr/>
            <p:nvPr/>
          </p:nvSpPr>
          <p:spPr>
            <a:xfrm>
              <a:off x="1628093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4" name="Google Shape;26154;p46"/>
            <p:cNvSpPr/>
            <p:nvPr/>
          </p:nvSpPr>
          <p:spPr>
            <a:xfrm>
              <a:off x="1747601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5" name="Google Shape;26155;p46"/>
            <p:cNvSpPr/>
            <p:nvPr/>
          </p:nvSpPr>
          <p:spPr>
            <a:xfrm>
              <a:off x="1867110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6" name="Google Shape;26156;p46"/>
            <p:cNvSpPr/>
            <p:nvPr/>
          </p:nvSpPr>
          <p:spPr>
            <a:xfrm>
              <a:off x="1986618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7" name="Google Shape;26157;p46"/>
            <p:cNvSpPr/>
            <p:nvPr/>
          </p:nvSpPr>
          <p:spPr>
            <a:xfrm>
              <a:off x="2106126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8" name="Google Shape;26158;p46"/>
            <p:cNvSpPr/>
            <p:nvPr/>
          </p:nvSpPr>
          <p:spPr>
            <a:xfrm>
              <a:off x="2225634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9" name="Google Shape;26159;p46"/>
            <p:cNvSpPr/>
            <p:nvPr/>
          </p:nvSpPr>
          <p:spPr>
            <a:xfrm>
              <a:off x="2345143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0" name="Google Shape;26160;p46"/>
            <p:cNvSpPr/>
            <p:nvPr/>
          </p:nvSpPr>
          <p:spPr>
            <a:xfrm>
              <a:off x="2464651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1" name="Google Shape;26161;p46"/>
            <p:cNvSpPr/>
            <p:nvPr/>
          </p:nvSpPr>
          <p:spPr>
            <a:xfrm>
              <a:off x="2584159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2" name="Google Shape;26162;p46"/>
            <p:cNvSpPr/>
            <p:nvPr/>
          </p:nvSpPr>
          <p:spPr>
            <a:xfrm>
              <a:off x="2703667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3" name="Google Shape;26163;p46"/>
            <p:cNvSpPr/>
            <p:nvPr/>
          </p:nvSpPr>
          <p:spPr>
            <a:xfrm>
              <a:off x="2823176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4" name="Google Shape;26164;p46"/>
            <p:cNvSpPr/>
            <p:nvPr/>
          </p:nvSpPr>
          <p:spPr>
            <a:xfrm>
              <a:off x="2942684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5" name="Google Shape;26165;p46"/>
            <p:cNvSpPr/>
            <p:nvPr/>
          </p:nvSpPr>
          <p:spPr>
            <a:xfrm>
              <a:off x="3062192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6" name="Google Shape;26166;p46"/>
            <p:cNvSpPr/>
            <p:nvPr/>
          </p:nvSpPr>
          <p:spPr>
            <a:xfrm>
              <a:off x="3181700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7" name="Google Shape;26167;p46"/>
            <p:cNvSpPr/>
            <p:nvPr/>
          </p:nvSpPr>
          <p:spPr>
            <a:xfrm>
              <a:off x="3301209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8" name="Google Shape;26168;p46"/>
            <p:cNvSpPr/>
            <p:nvPr/>
          </p:nvSpPr>
          <p:spPr>
            <a:xfrm>
              <a:off x="3420717" y="3510998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9" name="Google Shape;26169;p46"/>
            <p:cNvSpPr/>
            <p:nvPr/>
          </p:nvSpPr>
          <p:spPr>
            <a:xfrm>
              <a:off x="313503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0" name="Google Shape;26170;p46"/>
            <p:cNvSpPr/>
            <p:nvPr/>
          </p:nvSpPr>
          <p:spPr>
            <a:xfrm>
              <a:off x="433011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1" name="Google Shape;26171;p46"/>
            <p:cNvSpPr/>
            <p:nvPr/>
          </p:nvSpPr>
          <p:spPr>
            <a:xfrm>
              <a:off x="552519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2" name="Google Shape;26172;p46"/>
            <p:cNvSpPr/>
            <p:nvPr/>
          </p:nvSpPr>
          <p:spPr>
            <a:xfrm>
              <a:off x="672027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3" name="Google Shape;26173;p46"/>
            <p:cNvSpPr/>
            <p:nvPr/>
          </p:nvSpPr>
          <p:spPr>
            <a:xfrm>
              <a:off x="791536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4" name="Google Shape;26174;p46"/>
            <p:cNvSpPr/>
            <p:nvPr/>
          </p:nvSpPr>
          <p:spPr>
            <a:xfrm>
              <a:off x="911044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5" name="Google Shape;26175;p46"/>
            <p:cNvSpPr/>
            <p:nvPr/>
          </p:nvSpPr>
          <p:spPr>
            <a:xfrm>
              <a:off x="1030552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6" name="Google Shape;26176;p46"/>
            <p:cNvSpPr/>
            <p:nvPr/>
          </p:nvSpPr>
          <p:spPr>
            <a:xfrm>
              <a:off x="1150060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7" name="Google Shape;26177;p46"/>
            <p:cNvSpPr/>
            <p:nvPr/>
          </p:nvSpPr>
          <p:spPr>
            <a:xfrm>
              <a:off x="1269568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8" name="Google Shape;26178;p46"/>
            <p:cNvSpPr/>
            <p:nvPr/>
          </p:nvSpPr>
          <p:spPr>
            <a:xfrm>
              <a:off x="1389077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9" name="Google Shape;26179;p46"/>
            <p:cNvSpPr/>
            <p:nvPr/>
          </p:nvSpPr>
          <p:spPr>
            <a:xfrm>
              <a:off x="1508585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0" name="Google Shape;26180;p46"/>
            <p:cNvSpPr/>
            <p:nvPr/>
          </p:nvSpPr>
          <p:spPr>
            <a:xfrm>
              <a:off x="1628093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1" name="Google Shape;26181;p46"/>
            <p:cNvSpPr/>
            <p:nvPr/>
          </p:nvSpPr>
          <p:spPr>
            <a:xfrm>
              <a:off x="1747601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2" name="Google Shape;26182;p46"/>
            <p:cNvSpPr/>
            <p:nvPr/>
          </p:nvSpPr>
          <p:spPr>
            <a:xfrm>
              <a:off x="1867110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3" name="Google Shape;26183;p46"/>
            <p:cNvSpPr/>
            <p:nvPr/>
          </p:nvSpPr>
          <p:spPr>
            <a:xfrm>
              <a:off x="1986618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4" name="Google Shape;26184;p46"/>
            <p:cNvSpPr/>
            <p:nvPr/>
          </p:nvSpPr>
          <p:spPr>
            <a:xfrm>
              <a:off x="2106126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5" name="Google Shape;26185;p46"/>
            <p:cNvSpPr/>
            <p:nvPr/>
          </p:nvSpPr>
          <p:spPr>
            <a:xfrm>
              <a:off x="2225634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6" name="Google Shape;26186;p46"/>
            <p:cNvSpPr/>
            <p:nvPr/>
          </p:nvSpPr>
          <p:spPr>
            <a:xfrm>
              <a:off x="2345143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7" name="Google Shape;26187;p46"/>
            <p:cNvSpPr/>
            <p:nvPr/>
          </p:nvSpPr>
          <p:spPr>
            <a:xfrm>
              <a:off x="2464651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8" name="Google Shape;26188;p46"/>
            <p:cNvSpPr/>
            <p:nvPr/>
          </p:nvSpPr>
          <p:spPr>
            <a:xfrm>
              <a:off x="2584159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9" name="Google Shape;26189;p46"/>
            <p:cNvSpPr/>
            <p:nvPr/>
          </p:nvSpPr>
          <p:spPr>
            <a:xfrm>
              <a:off x="2703667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0" name="Google Shape;26190;p46"/>
            <p:cNvSpPr/>
            <p:nvPr/>
          </p:nvSpPr>
          <p:spPr>
            <a:xfrm>
              <a:off x="2823176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1" name="Google Shape;26191;p46"/>
            <p:cNvSpPr/>
            <p:nvPr/>
          </p:nvSpPr>
          <p:spPr>
            <a:xfrm>
              <a:off x="2942684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2" name="Google Shape;26192;p46"/>
            <p:cNvSpPr/>
            <p:nvPr/>
          </p:nvSpPr>
          <p:spPr>
            <a:xfrm>
              <a:off x="3062192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3" name="Google Shape;26193;p46"/>
            <p:cNvSpPr/>
            <p:nvPr/>
          </p:nvSpPr>
          <p:spPr>
            <a:xfrm>
              <a:off x="3181700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4" name="Google Shape;26194;p46"/>
            <p:cNvSpPr/>
            <p:nvPr/>
          </p:nvSpPr>
          <p:spPr>
            <a:xfrm>
              <a:off x="3301209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5" name="Google Shape;26195;p46"/>
            <p:cNvSpPr/>
            <p:nvPr/>
          </p:nvSpPr>
          <p:spPr>
            <a:xfrm>
              <a:off x="3420717" y="3617105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6" name="Google Shape;26196;p46"/>
            <p:cNvSpPr/>
            <p:nvPr/>
          </p:nvSpPr>
          <p:spPr>
            <a:xfrm>
              <a:off x="313503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7" name="Google Shape;26197;p46"/>
            <p:cNvSpPr/>
            <p:nvPr/>
          </p:nvSpPr>
          <p:spPr>
            <a:xfrm>
              <a:off x="433011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8" name="Google Shape;26198;p46"/>
            <p:cNvSpPr/>
            <p:nvPr/>
          </p:nvSpPr>
          <p:spPr>
            <a:xfrm>
              <a:off x="552519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9" name="Google Shape;26199;p46"/>
            <p:cNvSpPr/>
            <p:nvPr/>
          </p:nvSpPr>
          <p:spPr>
            <a:xfrm>
              <a:off x="672027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0" name="Google Shape;26200;p46"/>
            <p:cNvSpPr/>
            <p:nvPr/>
          </p:nvSpPr>
          <p:spPr>
            <a:xfrm>
              <a:off x="791536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1" name="Google Shape;26201;p46"/>
            <p:cNvSpPr/>
            <p:nvPr/>
          </p:nvSpPr>
          <p:spPr>
            <a:xfrm>
              <a:off x="911044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2" name="Google Shape;26202;p46"/>
            <p:cNvSpPr/>
            <p:nvPr/>
          </p:nvSpPr>
          <p:spPr>
            <a:xfrm>
              <a:off x="1030552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3" name="Google Shape;26203;p46"/>
            <p:cNvSpPr/>
            <p:nvPr/>
          </p:nvSpPr>
          <p:spPr>
            <a:xfrm>
              <a:off x="1150060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4" name="Google Shape;26204;p46"/>
            <p:cNvSpPr/>
            <p:nvPr/>
          </p:nvSpPr>
          <p:spPr>
            <a:xfrm>
              <a:off x="1269568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5" name="Google Shape;26205;p46"/>
            <p:cNvSpPr/>
            <p:nvPr/>
          </p:nvSpPr>
          <p:spPr>
            <a:xfrm>
              <a:off x="1389077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6" name="Google Shape;26206;p46"/>
            <p:cNvSpPr/>
            <p:nvPr/>
          </p:nvSpPr>
          <p:spPr>
            <a:xfrm>
              <a:off x="1508585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7" name="Google Shape;26207;p46"/>
            <p:cNvSpPr/>
            <p:nvPr/>
          </p:nvSpPr>
          <p:spPr>
            <a:xfrm>
              <a:off x="1628093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8" name="Google Shape;26208;p46"/>
            <p:cNvSpPr/>
            <p:nvPr/>
          </p:nvSpPr>
          <p:spPr>
            <a:xfrm>
              <a:off x="1747601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9" name="Google Shape;26209;p46"/>
            <p:cNvSpPr/>
            <p:nvPr/>
          </p:nvSpPr>
          <p:spPr>
            <a:xfrm>
              <a:off x="1867110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0" name="Google Shape;26210;p46"/>
            <p:cNvSpPr/>
            <p:nvPr/>
          </p:nvSpPr>
          <p:spPr>
            <a:xfrm>
              <a:off x="1986618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1" name="Google Shape;26211;p46"/>
            <p:cNvSpPr/>
            <p:nvPr/>
          </p:nvSpPr>
          <p:spPr>
            <a:xfrm>
              <a:off x="2106126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2" name="Google Shape;26212;p46"/>
            <p:cNvSpPr/>
            <p:nvPr/>
          </p:nvSpPr>
          <p:spPr>
            <a:xfrm>
              <a:off x="2225634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3" name="Google Shape;26213;p46"/>
            <p:cNvSpPr/>
            <p:nvPr/>
          </p:nvSpPr>
          <p:spPr>
            <a:xfrm>
              <a:off x="2345143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4" name="Google Shape;26214;p46"/>
            <p:cNvSpPr/>
            <p:nvPr/>
          </p:nvSpPr>
          <p:spPr>
            <a:xfrm>
              <a:off x="2464651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5" name="Google Shape;26215;p46"/>
            <p:cNvSpPr/>
            <p:nvPr/>
          </p:nvSpPr>
          <p:spPr>
            <a:xfrm>
              <a:off x="2584159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6" name="Google Shape;26216;p46"/>
            <p:cNvSpPr/>
            <p:nvPr/>
          </p:nvSpPr>
          <p:spPr>
            <a:xfrm>
              <a:off x="2703667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7" name="Google Shape;26217;p46"/>
            <p:cNvSpPr/>
            <p:nvPr/>
          </p:nvSpPr>
          <p:spPr>
            <a:xfrm>
              <a:off x="2823176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8" name="Google Shape;26218;p46"/>
            <p:cNvSpPr/>
            <p:nvPr/>
          </p:nvSpPr>
          <p:spPr>
            <a:xfrm>
              <a:off x="2942684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9" name="Google Shape;26219;p46"/>
            <p:cNvSpPr/>
            <p:nvPr/>
          </p:nvSpPr>
          <p:spPr>
            <a:xfrm>
              <a:off x="3062192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0" name="Google Shape;26220;p46"/>
            <p:cNvSpPr/>
            <p:nvPr/>
          </p:nvSpPr>
          <p:spPr>
            <a:xfrm>
              <a:off x="3181700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1" name="Google Shape;26221;p46"/>
            <p:cNvSpPr/>
            <p:nvPr/>
          </p:nvSpPr>
          <p:spPr>
            <a:xfrm>
              <a:off x="3301209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2" name="Google Shape;26222;p46"/>
            <p:cNvSpPr/>
            <p:nvPr/>
          </p:nvSpPr>
          <p:spPr>
            <a:xfrm>
              <a:off x="3420717" y="3723212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3" name="Google Shape;26223;p46"/>
            <p:cNvSpPr/>
            <p:nvPr/>
          </p:nvSpPr>
          <p:spPr>
            <a:xfrm>
              <a:off x="313503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4" name="Google Shape;26224;p46"/>
            <p:cNvSpPr/>
            <p:nvPr/>
          </p:nvSpPr>
          <p:spPr>
            <a:xfrm>
              <a:off x="433011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5" name="Google Shape;26225;p46"/>
            <p:cNvSpPr/>
            <p:nvPr/>
          </p:nvSpPr>
          <p:spPr>
            <a:xfrm>
              <a:off x="552519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6" name="Google Shape;26226;p46"/>
            <p:cNvSpPr/>
            <p:nvPr/>
          </p:nvSpPr>
          <p:spPr>
            <a:xfrm>
              <a:off x="672027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7" name="Google Shape;26227;p46"/>
            <p:cNvSpPr/>
            <p:nvPr/>
          </p:nvSpPr>
          <p:spPr>
            <a:xfrm>
              <a:off x="791536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8" name="Google Shape;26228;p46"/>
            <p:cNvSpPr/>
            <p:nvPr/>
          </p:nvSpPr>
          <p:spPr>
            <a:xfrm>
              <a:off x="911044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9" name="Google Shape;26229;p46"/>
            <p:cNvSpPr/>
            <p:nvPr/>
          </p:nvSpPr>
          <p:spPr>
            <a:xfrm>
              <a:off x="1030552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0" name="Google Shape;26230;p46"/>
            <p:cNvSpPr/>
            <p:nvPr/>
          </p:nvSpPr>
          <p:spPr>
            <a:xfrm>
              <a:off x="1150060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1" name="Google Shape;26231;p46"/>
            <p:cNvSpPr/>
            <p:nvPr/>
          </p:nvSpPr>
          <p:spPr>
            <a:xfrm>
              <a:off x="1269568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2" name="Google Shape;26232;p46"/>
            <p:cNvSpPr/>
            <p:nvPr/>
          </p:nvSpPr>
          <p:spPr>
            <a:xfrm>
              <a:off x="1389077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3" name="Google Shape;26233;p46"/>
            <p:cNvSpPr/>
            <p:nvPr/>
          </p:nvSpPr>
          <p:spPr>
            <a:xfrm>
              <a:off x="1508585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4" name="Google Shape;26234;p46"/>
            <p:cNvSpPr/>
            <p:nvPr/>
          </p:nvSpPr>
          <p:spPr>
            <a:xfrm>
              <a:off x="1628093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5" name="Google Shape;26235;p46"/>
            <p:cNvSpPr/>
            <p:nvPr/>
          </p:nvSpPr>
          <p:spPr>
            <a:xfrm>
              <a:off x="1747601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6" name="Google Shape;26236;p46"/>
            <p:cNvSpPr/>
            <p:nvPr/>
          </p:nvSpPr>
          <p:spPr>
            <a:xfrm>
              <a:off x="1867110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7" name="Google Shape;26237;p46"/>
            <p:cNvSpPr/>
            <p:nvPr/>
          </p:nvSpPr>
          <p:spPr>
            <a:xfrm>
              <a:off x="1986618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8" name="Google Shape;26238;p46"/>
            <p:cNvSpPr/>
            <p:nvPr/>
          </p:nvSpPr>
          <p:spPr>
            <a:xfrm>
              <a:off x="2106126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9" name="Google Shape;26239;p46"/>
            <p:cNvSpPr/>
            <p:nvPr/>
          </p:nvSpPr>
          <p:spPr>
            <a:xfrm>
              <a:off x="2225634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0" name="Google Shape;26240;p46"/>
            <p:cNvSpPr/>
            <p:nvPr/>
          </p:nvSpPr>
          <p:spPr>
            <a:xfrm>
              <a:off x="2345143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1" name="Google Shape;26241;p46"/>
            <p:cNvSpPr/>
            <p:nvPr/>
          </p:nvSpPr>
          <p:spPr>
            <a:xfrm>
              <a:off x="2464651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2" name="Google Shape;26242;p46"/>
            <p:cNvSpPr/>
            <p:nvPr/>
          </p:nvSpPr>
          <p:spPr>
            <a:xfrm>
              <a:off x="2584159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3" name="Google Shape;26243;p46"/>
            <p:cNvSpPr/>
            <p:nvPr/>
          </p:nvSpPr>
          <p:spPr>
            <a:xfrm>
              <a:off x="2703667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4" name="Google Shape;26244;p46"/>
            <p:cNvSpPr/>
            <p:nvPr/>
          </p:nvSpPr>
          <p:spPr>
            <a:xfrm>
              <a:off x="2823176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5" name="Google Shape;26245;p46"/>
            <p:cNvSpPr/>
            <p:nvPr/>
          </p:nvSpPr>
          <p:spPr>
            <a:xfrm>
              <a:off x="2942684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6" name="Google Shape;26246;p46"/>
            <p:cNvSpPr/>
            <p:nvPr/>
          </p:nvSpPr>
          <p:spPr>
            <a:xfrm>
              <a:off x="3062192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7" name="Google Shape;26247;p46"/>
            <p:cNvSpPr/>
            <p:nvPr/>
          </p:nvSpPr>
          <p:spPr>
            <a:xfrm>
              <a:off x="3181700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8" name="Google Shape;26248;p46"/>
            <p:cNvSpPr/>
            <p:nvPr/>
          </p:nvSpPr>
          <p:spPr>
            <a:xfrm>
              <a:off x="3301209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9" name="Google Shape;26249;p46"/>
            <p:cNvSpPr/>
            <p:nvPr/>
          </p:nvSpPr>
          <p:spPr>
            <a:xfrm>
              <a:off x="3420717" y="382931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0" name="Google Shape;26250;p46"/>
            <p:cNvSpPr/>
            <p:nvPr/>
          </p:nvSpPr>
          <p:spPr>
            <a:xfrm>
              <a:off x="313503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1" name="Google Shape;26251;p46"/>
            <p:cNvSpPr/>
            <p:nvPr/>
          </p:nvSpPr>
          <p:spPr>
            <a:xfrm>
              <a:off x="433011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2" name="Google Shape;26252;p46"/>
            <p:cNvSpPr/>
            <p:nvPr/>
          </p:nvSpPr>
          <p:spPr>
            <a:xfrm>
              <a:off x="552519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3" name="Google Shape;26253;p46"/>
            <p:cNvSpPr/>
            <p:nvPr/>
          </p:nvSpPr>
          <p:spPr>
            <a:xfrm>
              <a:off x="672027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4" name="Google Shape;26254;p46"/>
            <p:cNvSpPr/>
            <p:nvPr/>
          </p:nvSpPr>
          <p:spPr>
            <a:xfrm>
              <a:off x="791536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5" name="Google Shape;26255;p46"/>
            <p:cNvSpPr/>
            <p:nvPr/>
          </p:nvSpPr>
          <p:spPr>
            <a:xfrm>
              <a:off x="911044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6" name="Google Shape;26256;p46"/>
            <p:cNvSpPr/>
            <p:nvPr/>
          </p:nvSpPr>
          <p:spPr>
            <a:xfrm>
              <a:off x="1030552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7" name="Google Shape;26257;p46"/>
            <p:cNvSpPr/>
            <p:nvPr/>
          </p:nvSpPr>
          <p:spPr>
            <a:xfrm>
              <a:off x="1150060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8" name="Google Shape;26258;p46"/>
            <p:cNvSpPr/>
            <p:nvPr/>
          </p:nvSpPr>
          <p:spPr>
            <a:xfrm>
              <a:off x="1269568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9" name="Google Shape;26259;p46"/>
            <p:cNvSpPr/>
            <p:nvPr/>
          </p:nvSpPr>
          <p:spPr>
            <a:xfrm>
              <a:off x="1389077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0" name="Google Shape;26260;p46"/>
            <p:cNvSpPr/>
            <p:nvPr/>
          </p:nvSpPr>
          <p:spPr>
            <a:xfrm>
              <a:off x="1508585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1" name="Google Shape;26261;p46"/>
            <p:cNvSpPr/>
            <p:nvPr/>
          </p:nvSpPr>
          <p:spPr>
            <a:xfrm>
              <a:off x="1628093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2" name="Google Shape;26262;p46"/>
            <p:cNvSpPr/>
            <p:nvPr/>
          </p:nvSpPr>
          <p:spPr>
            <a:xfrm>
              <a:off x="1747601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3" name="Google Shape;26263;p46"/>
            <p:cNvSpPr/>
            <p:nvPr/>
          </p:nvSpPr>
          <p:spPr>
            <a:xfrm>
              <a:off x="1867110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4" name="Google Shape;26264;p46"/>
            <p:cNvSpPr/>
            <p:nvPr/>
          </p:nvSpPr>
          <p:spPr>
            <a:xfrm>
              <a:off x="1986618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5" name="Google Shape;26265;p46"/>
            <p:cNvSpPr/>
            <p:nvPr/>
          </p:nvSpPr>
          <p:spPr>
            <a:xfrm>
              <a:off x="2106126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6" name="Google Shape;26266;p46"/>
            <p:cNvSpPr/>
            <p:nvPr/>
          </p:nvSpPr>
          <p:spPr>
            <a:xfrm>
              <a:off x="2225634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7" name="Google Shape;26267;p46"/>
            <p:cNvSpPr/>
            <p:nvPr/>
          </p:nvSpPr>
          <p:spPr>
            <a:xfrm>
              <a:off x="2345143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8" name="Google Shape;26268;p46"/>
            <p:cNvSpPr/>
            <p:nvPr/>
          </p:nvSpPr>
          <p:spPr>
            <a:xfrm>
              <a:off x="2464651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9" name="Google Shape;26269;p46"/>
            <p:cNvSpPr/>
            <p:nvPr/>
          </p:nvSpPr>
          <p:spPr>
            <a:xfrm>
              <a:off x="2584159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0" name="Google Shape;26270;p46"/>
            <p:cNvSpPr/>
            <p:nvPr/>
          </p:nvSpPr>
          <p:spPr>
            <a:xfrm>
              <a:off x="2703667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1" name="Google Shape;26271;p46"/>
            <p:cNvSpPr/>
            <p:nvPr/>
          </p:nvSpPr>
          <p:spPr>
            <a:xfrm>
              <a:off x="2823176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2" name="Google Shape;26272;p46"/>
            <p:cNvSpPr/>
            <p:nvPr/>
          </p:nvSpPr>
          <p:spPr>
            <a:xfrm>
              <a:off x="2942684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3" name="Google Shape;26273;p46"/>
            <p:cNvSpPr/>
            <p:nvPr/>
          </p:nvSpPr>
          <p:spPr>
            <a:xfrm>
              <a:off x="3062192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4" name="Google Shape;26274;p46"/>
            <p:cNvSpPr/>
            <p:nvPr/>
          </p:nvSpPr>
          <p:spPr>
            <a:xfrm>
              <a:off x="3181700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5" name="Google Shape;26275;p46"/>
            <p:cNvSpPr/>
            <p:nvPr/>
          </p:nvSpPr>
          <p:spPr>
            <a:xfrm>
              <a:off x="3301209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6" name="Google Shape;26276;p46"/>
            <p:cNvSpPr/>
            <p:nvPr/>
          </p:nvSpPr>
          <p:spPr>
            <a:xfrm>
              <a:off x="3420717" y="393542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7" name="Google Shape;26277;p46"/>
            <p:cNvSpPr/>
            <p:nvPr/>
          </p:nvSpPr>
          <p:spPr>
            <a:xfrm>
              <a:off x="313503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8" name="Google Shape;26278;p46"/>
            <p:cNvSpPr/>
            <p:nvPr/>
          </p:nvSpPr>
          <p:spPr>
            <a:xfrm>
              <a:off x="433011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9" name="Google Shape;26279;p46"/>
            <p:cNvSpPr/>
            <p:nvPr/>
          </p:nvSpPr>
          <p:spPr>
            <a:xfrm>
              <a:off x="552519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0" name="Google Shape;26280;p46"/>
            <p:cNvSpPr/>
            <p:nvPr/>
          </p:nvSpPr>
          <p:spPr>
            <a:xfrm>
              <a:off x="672027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1" name="Google Shape;26281;p46"/>
            <p:cNvSpPr/>
            <p:nvPr/>
          </p:nvSpPr>
          <p:spPr>
            <a:xfrm>
              <a:off x="791536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2" name="Google Shape;26282;p46"/>
            <p:cNvSpPr/>
            <p:nvPr/>
          </p:nvSpPr>
          <p:spPr>
            <a:xfrm>
              <a:off x="911044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3" name="Google Shape;26283;p46"/>
            <p:cNvSpPr/>
            <p:nvPr/>
          </p:nvSpPr>
          <p:spPr>
            <a:xfrm>
              <a:off x="1030552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4" name="Google Shape;26284;p46"/>
            <p:cNvSpPr/>
            <p:nvPr/>
          </p:nvSpPr>
          <p:spPr>
            <a:xfrm>
              <a:off x="1150060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5" name="Google Shape;26285;p46"/>
            <p:cNvSpPr/>
            <p:nvPr/>
          </p:nvSpPr>
          <p:spPr>
            <a:xfrm>
              <a:off x="1269568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6" name="Google Shape;26286;p46"/>
            <p:cNvSpPr/>
            <p:nvPr/>
          </p:nvSpPr>
          <p:spPr>
            <a:xfrm>
              <a:off x="1389077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7" name="Google Shape;26287;p46"/>
            <p:cNvSpPr/>
            <p:nvPr/>
          </p:nvSpPr>
          <p:spPr>
            <a:xfrm>
              <a:off x="1508585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8" name="Google Shape;26288;p46"/>
            <p:cNvSpPr/>
            <p:nvPr/>
          </p:nvSpPr>
          <p:spPr>
            <a:xfrm>
              <a:off x="1628093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9" name="Google Shape;26289;p46"/>
            <p:cNvSpPr/>
            <p:nvPr/>
          </p:nvSpPr>
          <p:spPr>
            <a:xfrm>
              <a:off x="1747601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0" name="Google Shape;26290;p46"/>
            <p:cNvSpPr/>
            <p:nvPr/>
          </p:nvSpPr>
          <p:spPr>
            <a:xfrm>
              <a:off x="1867110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1" name="Google Shape;26291;p46"/>
            <p:cNvSpPr/>
            <p:nvPr/>
          </p:nvSpPr>
          <p:spPr>
            <a:xfrm>
              <a:off x="1986618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2" name="Google Shape;26292;p46"/>
            <p:cNvSpPr/>
            <p:nvPr/>
          </p:nvSpPr>
          <p:spPr>
            <a:xfrm>
              <a:off x="2106126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3" name="Google Shape;26293;p46"/>
            <p:cNvSpPr/>
            <p:nvPr/>
          </p:nvSpPr>
          <p:spPr>
            <a:xfrm>
              <a:off x="2225634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4" name="Google Shape;26294;p46"/>
            <p:cNvSpPr/>
            <p:nvPr/>
          </p:nvSpPr>
          <p:spPr>
            <a:xfrm>
              <a:off x="2345143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5" name="Google Shape;26295;p46"/>
            <p:cNvSpPr/>
            <p:nvPr/>
          </p:nvSpPr>
          <p:spPr>
            <a:xfrm>
              <a:off x="2464651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6" name="Google Shape;26296;p46"/>
            <p:cNvSpPr/>
            <p:nvPr/>
          </p:nvSpPr>
          <p:spPr>
            <a:xfrm>
              <a:off x="2584159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7" name="Google Shape;26297;p46"/>
            <p:cNvSpPr/>
            <p:nvPr/>
          </p:nvSpPr>
          <p:spPr>
            <a:xfrm>
              <a:off x="2703667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8" name="Google Shape;26298;p46"/>
            <p:cNvSpPr/>
            <p:nvPr/>
          </p:nvSpPr>
          <p:spPr>
            <a:xfrm>
              <a:off x="2823176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9" name="Google Shape;26299;p46"/>
            <p:cNvSpPr/>
            <p:nvPr/>
          </p:nvSpPr>
          <p:spPr>
            <a:xfrm>
              <a:off x="2942684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0" name="Google Shape;26300;p46"/>
            <p:cNvSpPr/>
            <p:nvPr/>
          </p:nvSpPr>
          <p:spPr>
            <a:xfrm>
              <a:off x="3062192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1" name="Google Shape;26301;p46"/>
            <p:cNvSpPr/>
            <p:nvPr/>
          </p:nvSpPr>
          <p:spPr>
            <a:xfrm>
              <a:off x="3181700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2" name="Google Shape;26302;p46"/>
            <p:cNvSpPr/>
            <p:nvPr/>
          </p:nvSpPr>
          <p:spPr>
            <a:xfrm>
              <a:off x="3301209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3" name="Google Shape;26303;p46"/>
            <p:cNvSpPr/>
            <p:nvPr/>
          </p:nvSpPr>
          <p:spPr>
            <a:xfrm>
              <a:off x="3420717" y="404153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4" name="Google Shape;26304;p46"/>
            <p:cNvSpPr/>
            <p:nvPr/>
          </p:nvSpPr>
          <p:spPr>
            <a:xfrm>
              <a:off x="313503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5" name="Google Shape;26305;p46"/>
            <p:cNvSpPr/>
            <p:nvPr/>
          </p:nvSpPr>
          <p:spPr>
            <a:xfrm>
              <a:off x="433011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6" name="Google Shape;26306;p46"/>
            <p:cNvSpPr/>
            <p:nvPr/>
          </p:nvSpPr>
          <p:spPr>
            <a:xfrm>
              <a:off x="552519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7" name="Google Shape;26307;p46"/>
            <p:cNvSpPr/>
            <p:nvPr/>
          </p:nvSpPr>
          <p:spPr>
            <a:xfrm>
              <a:off x="672027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8" name="Google Shape;26308;p46"/>
            <p:cNvSpPr/>
            <p:nvPr/>
          </p:nvSpPr>
          <p:spPr>
            <a:xfrm>
              <a:off x="791536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9" name="Google Shape;26309;p46"/>
            <p:cNvSpPr/>
            <p:nvPr/>
          </p:nvSpPr>
          <p:spPr>
            <a:xfrm>
              <a:off x="911044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0" name="Google Shape;26310;p46"/>
            <p:cNvSpPr/>
            <p:nvPr/>
          </p:nvSpPr>
          <p:spPr>
            <a:xfrm>
              <a:off x="1030552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1" name="Google Shape;26311;p46"/>
            <p:cNvSpPr/>
            <p:nvPr/>
          </p:nvSpPr>
          <p:spPr>
            <a:xfrm>
              <a:off x="1150060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2" name="Google Shape;26312;p46"/>
            <p:cNvSpPr/>
            <p:nvPr/>
          </p:nvSpPr>
          <p:spPr>
            <a:xfrm>
              <a:off x="1269568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3" name="Google Shape;26313;p46"/>
            <p:cNvSpPr/>
            <p:nvPr/>
          </p:nvSpPr>
          <p:spPr>
            <a:xfrm>
              <a:off x="1389077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4" name="Google Shape;26314;p46"/>
            <p:cNvSpPr/>
            <p:nvPr/>
          </p:nvSpPr>
          <p:spPr>
            <a:xfrm>
              <a:off x="1508585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5" name="Google Shape;26315;p46"/>
            <p:cNvSpPr/>
            <p:nvPr/>
          </p:nvSpPr>
          <p:spPr>
            <a:xfrm>
              <a:off x="1628093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6" name="Google Shape;26316;p46"/>
            <p:cNvSpPr/>
            <p:nvPr/>
          </p:nvSpPr>
          <p:spPr>
            <a:xfrm>
              <a:off x="1747601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7" name="Google Shape;26317;p46"/>
            <p:cNvSpPr/>
            <p:nvPr/>
          </p:nvSpPr>
          <p:spPr>
            <a:xfrm>
              <a:off x="1867110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8" name="Google Shape;26318;p46"/>
            <p:cNvSpPr/>
            <p:nvPr/>
          </p:nvSpPr>
          <p:spPr>
            <a:xfrm>
              <a:off x="1986618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9" name="Google Shape;26319;p46"/>
            <p:cNvSpPr/>
            <p:nvPr/>
          </p:nvSpPr>
          <p:spPr>
            <a:xfrm>
              <a:off x="2106126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0" name="Google Shape;26320;p46"/>
            <p:cNvSpPr/>
            <p:nvPr/>
          </p:nvSpPr>
          <p:spPr>
            <a:xfrm>
              <a:off x="2225634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1" name="Google Shape;26321;p46"/>
            <p:cNvSpPr/>
            <p:nvPr/>
          </p:nvSpPr>
          <p:spPr>
            <a:xfrm>
              <a:off x="2345143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2" name="Google Shape;26322;p46"/>
            <p:cNvSpPr/>
            <p:nvPr/>
          </p:nvSpPr>
          <p:spPr>
            <a:xfrm>
              <a:off x="2464651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3" name="Google Shape;26323;p46"/>
            <p:cNvSpPr/>
            <p:nvPr/>
          </p:nvSpPr>
          <p:spPr>
            <a:xfrm>
              <a:off x="2584159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4" name="Google Shape;26324;p46"/>
            <p:cNvSpPr/>
            <p:nvPr/>
          </p:nvSpPr>
          <p:spPr>
            <a:xfrm>
              <a:off x="2703667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5" name="Google Shape;26325;p46"/>
            <p:cNvSpPr/>
            <p:nvPr/>
          </p:nvSpPr>
          <p:spPr>
            <a:xfrm>
              <a:off x="2823176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6" name="Google Shape;26326;p46"/>
            <p:cNvSpPr/>
            <p:nvPr/>
          </p:nvSpPr>
          <p:spPr>
            <a:xfrm>
              <a:off x="2942684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7" name="Google Shape;26327;p46"/>
            <p:cNvSpPr/>
            <p:nvPr/>
          </p:nvSpPr>
          <p:spPr>
            <a:xfrm>
              <a:off x="3062192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8" name="Google Shape;26328;p46"/>
            <p:cNvSpPr/>
            <p:nvPr/>
          </p:nvSpPr>
          <p:spPr>
            <a:xfrm>
              <a:off x="3181700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9" name="Google Shape;26329;p46"/>
            <p:cNvSpPr/>
            <p:nvPr/>
          </p:nvSpPr>
          <p:spPr>
            <a:xfrm>
              <a:off x="3301209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0" name="Google Shape;26330;p46"/>
            <p:cNvSpPr/>
            <p:nvPr/>
          </p:nvSpPr>
          <p:spPr>
            <a:xfrm>
              <a:off x="3420717" y="414764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1" name="Google Shape;26331;p46"/>
            <p:cNvSpPr/>
            <p:nvPr/>
          </p:nvSpPr>
          <p:spPr>
            <a:xfrm>
              <a:off x="313503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2" name="Google Shape;26332;p46"/>
            <p:cNvSpPr/>
            <p:nvPr/>
          </p:nvSpPr>
          <p:spPr>
            <a:xfrm>
              <a:off x="433011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3" name="Google Shape;26333;p46"/>
            <p:cNvSpPr/>
            <p:nvPr/>
          </p:nvSpPr>
          <p:spPr>
            <a:xfrm>
              <a:off x="552519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4" name="Google Shape;26334;p46"/>
            <p:cNvSpPr/>
            <p:nvPr/>
          </p:nvSpPr>
          <p:spPr>
            <a:xfrm>
              <a:off x="672027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5" name="Google Shape;26335;p46"/>
            <p:cNvSpPr/>
            <p:nvPr/>
          </p:nvSpPr>
          <p:spPr>
            <a:xfrm>
              <a:off x="791536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6" name="Google Shape;26336;p46"/>
            <p:cNvSpPr/>
            <p:nvPr/>
          </p:nvSpPr>
          <p:spPr>
            <a:xfrm>
              <a:off x="911044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7" name="Google Shape;26337;p46"/>
            <p:cNvSpPr/>
            <p:nvPr/>
          </p:nvSpPr>
          <p:spPr>
            <a:xfrm>
              <a:off x="1030552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8" name="Google Shape;26338;p46"/>
            <p:cNvSpPr/>
            <p:nvPr/>
          </p:nvSpPr>
          <p:spPr>
            <a:xfrm>
              <a:off x="1150060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9" name="Google Shape;26339;p46"/>
            <p:cNvSpPr/>
            <p:nvPr/>
          </p:nvSpPr>
          <p:spPr>
            <a:xfrm>
              <a:off x="1269568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0" name="Google Shape;26340;p46"/>
            <p:cNvSpPr/>
            <p:nvPr/>
          </p:nvSpPr>
          <p:spPr>
            <a:xfrm>
              <a:off x="1389077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1" name="Google Shape;26341;p46"/>
            <p:cNvSpPr/>
            <p:nvPr/>
          </p:nvSpPr>
          <p:spPr>
            <a:xfrm>
              <a:off x="1508585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2" name="Google Shape;26342;p46"/>
            <p:cNvSpPr/>
            <p:nvPr/>
          </p:nvSpPr>
          <p:spPr>
            <a:xfrm>
              <a:off x="1628093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3" name="Google Shape;26343;p46"/>
            <p:cNvSpPr/>
            <p:nvPr/>
          </p:nvSpPr>
          <p:spPr>
            <a:xfrm>
              <a:off x="1747601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4" name="Google Shape;26344;p46"/>
            <p:cNvSpPr/>
            <p:nvPr/>
          </p:nvSpPr>
          <p:spPr>
            <a:xfrm>
              <a:off x="1867110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5" name="Google Shape;26345;p46"/>
            <p:cNvSpPr/>
            <p:nvPr/>
          </p:nvSpPr>
          <p:spPr>
            <a:xfrm>
              <a:off x="1986618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6" name="Google Shape;26346;p46"/>
            <p:cNvSpPr/>
            <p:nvPr/>
          </p:nvSpPr>
          <p:spPr>
            <a:xfrm>
              <a:off x="2106126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7" name="Google Shape;26347;p46"/>
            <p:cNvSpPr/>
            <p:nvPr/>
          </p:nvSpPr>
          <p:spPr>
            <a:xfrm>
              <a:off x="2225634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8" name="Google Shape;26348;p46"/>
            <p:cNvSpPr/>
            <p:nvPr/>
          </p:nvSpPr>
          <p:spPr>
            <a:xfrm>
              <a:off x="2345143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9" name="Google Shape;26349;p46"/>
            <p:cNvSpPr/>
            <p:nvPr/>
          </p:nvSpPr>
          <p:spPr>
            <a:xfrm>
              <a:off x="2464651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0" name="Google Shape;26350;p46"/>
            <p:cNvSpPr/>
            <p:nvPr/>
          </p:nvSpPr>
          <p:spPr>
            <a:xfrm>
              <a:off x="2584159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1" name="Google Shape;26351;p46"/>
            <p:cNvSpPr/>
            <p:nvPr/>
          </p:nvSpPr>
          <p:spPr>
            <a:xfrm>
              <a:off x="2703667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2" name="Google Shape;26352;p46"/>
            <p:cNvSpPr/>
            <p:nvPr/>
          </p:nvSpPr>
          <p:spPr>
            <a:xfrm>
              <a:off x="2823176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3" name="Google Shape;26353;p46"/>
            <p:cNvSpPr/>
            <p:nvPr/>
          </p:nvSpPr>
          <p:spPr>
            <a:xfrm>
              <a:off x="2942684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4" name="Google Shape;26354;p46"/>
            <p:cNvSpPr/>
            <p:nvPr/>
          </p:nvSpPr>
          <p:spPr>
            <a:xfrm>
              <a:off x="3062192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5" name="Google Shape;26355;p46"/>
            <p:cNvSpPr/>
            <p:nvPr/>
          </p:nvSpPr>
          <p:spPr>
            <a:xfrm>
              <a:off x="3181700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6" name="Google Shape;26356;p46"/>
            <p:cNvSpPr/>
            <p:nvPr/>
          </p:nvSpPr>
          <p:spPr>
            <a:xfrm>
              <a:off x="3301209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7" name="Google Shape;26357;p46"/>
            <p:cNvSpPr/>
            <p:nvPr/>
          </p:nvSpPr>
          <p:spPr>
            <a:xfrm>
              <a:off x="3420717" y="425374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8" name="Google Shape;26358;p46"/>
            <p:cNvSpPr/>
            <p:nvPr/>
          </p:nvSpPr>
          <p:spPr>
            <a:xfrm>
              <a:off x="313503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9" name="Google Shape;26359;p46"/>
            <p:cNvSpPr/>
            <p:nvPr/>
          </p:nvSpPr>
          <p:spPr>
            <a:xfrm>
              <a:off x="433011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0" name="Google Shape;26360;p46"/>
            <p:cNvSpPr/>
            <p:nvPr/>
          </p:nvSpPr>
          <p:spPr>
            <a:xfrm>
              <a:off x="552519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1" name="Google Shape;26361;p46"/>
            <p:cNvSpPr/>
            <p:nvPr/>
          </p:nvSpPr>
          <p:spPr>
            <a:xfrm>
              <a:off x="672027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2" name="Google Shape;26362;p46"/>
            <p:cNvSpPr/>
            <p:nvPr/>
          </p:nvSpPr>
          <p:spPr>
            <a:xfrm>
              <a:off x="791536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3" name="Google Shape;26363;p46"/>
            <p:cNvSpPr/>
            <p:nvPr/>
          </p:nvSpPr>
          <p:spPr>
            <a:xfrm>
              <a:off x="911044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4" name="Google Shape;26364;p46"/>
            <p:cNvSpPr/>
            <p:nvPr/>
          </p:nvSpPr>
          <p:spPr>
            <a:xfrm>
              <a:off x="1030552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5" name="Google Shape;26365;p46"/>
            <p:cNvSpPr/>
            <p:nvPr/>
          </p:nvSpPr>
          <p:spPr>
            <a:xfrm>
              <a:off x="1150060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6" name="Google Shape;26366;p46"/>
            <p:cNvSpPr/>
            <p:nvPr/>
          </p:nvSpPr>
          <p:spPr>
            <a:xfrm>
              <a:off x="1269568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7" name="Google Shape;26367;p46"/>
            <p:cNvSpPr/>
            <p:nvPr/>
          </p:nvSpPr>
          <p:spPr>
            <a:xfrm>
              <a:off x="1389077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8" name="Google Shape;26368;p46"/>
            <p:cNvSpPr/>
            <p:nvPr/>
          </p:nvSpPr>
          <p:spPr>
            <a:xfrm>
              <a:off x="1508585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9" name="Google Shape;26369;p46"/>
            <p:cNvSpPr/>
            <p:nvPr/>
          </p:nvSpPr>
          <p:spPr>
            <a:xfrm>
              <a:off x="1628093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0" name="Google Shape;26370;p46"/>
            <p:cNvSpPr/>
            <p:nvPr/>
          </p:nvSpPr>
          <p:spPr>
            <a:xfrm>
              <a:off x="1747601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1" name="Google Shape;26371;p46"/>
            <p:cNvSpPr/>
            <p:nvPr/>
          </p:nvSpPr>
          <p:spPr>
            <a:xfrm>
              <a:off x="1867110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2" name="Google Shape;26372;p46"/>
            <p:cNvSpPr/>
            <p:nvPr/>
          </p:nvSpPr>
          <p:spPr>
            <a:xfrm>
              <a:off x="1986618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3" name="Google Shape;26373;p46"/>
            <p:cNvSpPr/>
            <p:nvPr/>
          </p:nvSpPr>
          <p:spPr>
            <a:xfrm>
              <a:off x="2106126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4" name="Google Shape;26374;p46"/>
            <p:cNvSpPr/>
            <p:nvPr/>
          </p:nvSpPr>
          <p:spPr>
            <a:xfrm>
              <a:off x="2225634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5" name="Google Shape;26375;p46"/>
            <p:cNvSpPr/>
            <p:nvPr/>
          </p:nvSpPr>
          <p:spPr>
            <a:xfrm>
              <a:off x="2345143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6" name="Google Shape;26376;p46"/>
            <p:cNvSpPr/>
            <p:nvPr/>
          </p:nvSpPr>
          <p:spPr>
            <a:xfrm>
              <a:off x="2464651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7" name="Google Shape;26377;p46"/>
            <p:cNvSpPr/>
            <p:nvPr/>
          </p:nvSpPr>
          <p:spPr>
            <a:xfrm>
              <a:off x="2584159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8" name="Google Shape;26378;p46"/>
            <p:cNvSpPr/>
            <p:nvPr/>
          </p:nvSpPr>
          <p:spPr>
            <a:xfrm>
              <a:off x="2703667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9" name="Google Shape;26379;p46"/>
            <p:cNvSpPr/>
            <p:nvPr/>
          </p:nvSpPr>
          <p:spPr>
            <a:xfrm>
              <a:off x="2823176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0" name="Google Shape;26380;p46"/>
            <p:cNvSpPr/>
            <p:nvPr/>
          </p:nvSpPr>
          <p:spPr>
            <a:xfrm>
              <a:off x="2942684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1" name="Google Shape;26381;p46"/>
            <p:cNvSpPr/>
            <p:nvPr/>
          </p:nvSpPr>
          <p:spPr>
            <a:xfrm>
              <a:off x="3062192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2" name="Google Shape;26382;p46"/>
            <p:cNvSpPr/>
            <p:nvPr/>
          </p:nvSpPr>
          <p:spPr>
            <a:xfrm>
              <a:off x="3181700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3" name="Google Shape;26383;p46"/>
            <p:cNvSpPr/>
            <p:nvPr/>
          </p:nvSpPr>
          <p:spPr>
            <a:xfrm>
              <a:off x="3301209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4" name="Google Shape;26384;p46"/>
            <p:cNvSpPr/>
            <p:nvPr/>
          </p:nvSpPr>
          <p:spPr>
            <a:xfrm>
              <a:off x="3420717" y="435985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5" name="Google Shape;26385;p46"/>
            <p:cNvSpPr/>
            <p:nvPr/>
          </p:nvSpPr>
          <p:spPr>
            <a:xfrm>
              <a:off x="313503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6" name="Google Shape;26386;p46"/>
            <p:cNvSpPr/>
            <p:nvPr/>
          </p:nvSpPr>
          <p:spPr>
            <a:xfrm>
              <a:off x="433011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7" name="Google Shape;26387;p46"/>
            <p:cNvSpPr/>
            <p:nvPr/>
          </p:nvSpPr>
          <p:spPr>
            <a:xfrm>
              <a:off x="552519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8" name="Google Shape;26388;p46"/>
            <p:cNvSpPr/>
            <p:nvPr/>
          </p:nvSpPr>
          <p:spPr>
            <a:xfrm>
              <a:off x="672027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9" name="Google Shape;26389;p46"/>
            <p:cNvSpPr/>
            <p:nvPr/>
          </p:nvSpPr>
          <p:spPr>
            <a:xfrm>
              <a:off x="791536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0" name="Google Shape;26390;p46"/>
            <p:cNvSpPr/>
            <p:nvPr/>
          </p:nvSpPr>
          <p:spPr>
            <a:xfrm>
              <a:off x="911044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1" name="Google Shape;26391;p46"/>
            <p:cNvSpPr/>
            <p:nvPr/>
          </p:nvSpPr>
          <p:spPr>
            <a:xfrm>
              <a:off x="1030552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2" name="Google Shape;26392;p46"/>
            <p:cNvSpPr/>
            <p:nvPr/>
          </p:nvSpPr>
          <p:spPr>
            <a:xfrm>
              <a:off x="1150060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3" name="Google Shape;26393;p46"/>
            <p:cNvSpPr/>
            <p:nvPr/>
          </p:nvSpPr>
          <p:spPr>
            <a:xfrm>
              <a:off x="1269568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4" name="Google Shape;26394;p46"/>
            <p:cNvSpPr/>
            <p:nvPr/>
          </p:nvSpPr>
          <p:spPr>
            <a:xfrm>
              <a:off x="1389077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5" name="Google Shape;26395;p46"/>
            <p:cNvSpPr/>
            <p:nvPr/>
          </p:nvSpPr>
          <p:spPr>
            <a:xfrm>
              <a:off x="1508585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6" name="Google Shape;26396;p46"/>
            <p:cNvSpPr/>
            <p:nvPr/>
          </p:nvSpPr>
          <p:spPr>
            <a:xfrm>
              <a:off x="1628093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7" name="Google Shape;26397;p46"/>
            <p:cNvSpPr/>
            <p:nvPr/>
          </p:nvSpPr>
          <p:spPr>
            <a:xfrm>
              <a:off x="1747601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8" name="Google Shape;26398;p46"/>
            <p:cNvSpPr/>
            <p:nvPr/>
          </p:nvSpPr>
          <p:spPr>
            <a:xfrm>
              <a:off x="1867110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9" name="Google Shape;26399;p46"/>
            <p:cNvSpPr/>
            <p:nvPr/>
          </p:nvSpPr>
          <p:spPr>
            <a:xfrm>
              <a:off x="1986618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0" name="Google Shape;26400;p46"/>
            <p:cNvSpPr/>
            <p:nvPr/>
          </p:nvSpPr>
          <p:spPr>
            <a:xfrm>
              <a:off x="2106126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1" name="Google Shape;26401;p46"/>
            <p:cNvSpPr/>
            <p:nvPr/>
          </p:nvSpPr>
          <p:spPr>
            <a:xfrm>
              <a:off x="2225634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2" name="Google Shape;26402;p46"/>
            <p:cNvSpPr/>
            <p:nvPr/>
          </p:nvSpPr>
          <p:spPr>
            <a:xfrm>
              <a:off x="2345143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3" name="Google Shape;26403;p46"/>
            <p:cNvSpPr/>
            <p:nvPr/>
          </p:nvSpPr>
          <p:spPr>
            <a:xfrm>
              <a:off x="2464651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4" name="Google Shape;26404;p46"/>
            <p:cNvSpPr/>
            <p:nvPr/>
          </p:nvSpPr>
          <p:spPr>
            <a:xfrm>
              <a:off x="2584159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5" name="Google Shape;26405;p46"/>
            <p:cNvSpPr/>
            <p:nvPr/>
          </p:nvSpPr>
          <p:spPr>
            <a:xfrm>
              <a:off x="2703667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6" name="Google Shape;26406;p46"/>
            <p:cNvSpPr/>
            <p:nvPr/>
          </p:nvSpPr>
          <p:spPr>
            <a:xfrm>
              <a:off x="2823176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7" name="Google Shape;26407;p46"/>
            <p:cNvSpPr/>
            <p:nvPr/>
          </p:nvSpPr>
          <p:spPr>
            <a:xfrm>
              <a:off x="2942684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8" name="Google Shape;26408;p46"/>
            <p:cNvSpPr/>
            <p:nvPr/>
          </p:nvSpPr>
          <p:spPr>
            <a:xfrm>
              <a:off x="3062192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9" name="Google Shape;26409;p46"/>
            <p:cNvSpPr/>
            <p:nvPr/>
          </p:nvSpPr>
          <p:spPr>
            <a:xfrm>
              <a:off x="3181700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0" name="Google Shape;26410;p46"/>
            <p:cNvSpPr/>
            <p:nvPr/>
          </p:nvSpPr>
          <p:spPr>
            <a:xfrm>
              <a:off x="3301209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1" name="Google Shape;26411;p46"/>
            <p:cNvSpPr/>
            <p:nvPr/>
          </p:nvSpPr>
          <p:spPr>
            <a:xfrm>
              <a:off x="3420717" y="4465961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2" name="Google Shape;26412;p46"/>
            <p:cNvSpPr/>
            <p:nvPr/>
          </p:nvSpPr>
          <p:spPr>
            <a:xfrm>
              <a:off x="313503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3" name="Google Shape;26413;p46"/>
            <p:cNvSpPr/>
            <p:nvPr/>
          </p:nvSpPr>
          <p:spPr>
            <a:xfrm>
              <a:off x="433011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4" name="Google Shape;26414;p46"/>
            <p:cNvSpPr/>
            <p:nvPr/>
          </p:nvSpPr>
          <p:spPr>
            <a:xfrm>
              <a:off x="552519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5" name="Google Shape;26415;p46"/>
            <p:cNvSpPr/>
            <p:nvPr/>
          </p:nvSpPr>
          <p:spPr>
            <a:xfrm>
              <a:off x="672027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6" name="Google Shape;26416;p46"/>
            <p:cNvSpPr/>
            <p:nvPr/>
          </p:nvSpPr>
          <p:spPr>
            <a:xfrm>
              <a:off x="791536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7" name="Google Shape;26417;p46"/>
            <p:cNvSpPr/>
            <p:nvPr/>
          </p:nvSpPr>
          <p:spPr>
            <a:xfrm>
              <a:off x="911044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8" name="Google Shape;26418;p46"/>
            <p:cNvSpPr/>
            <p:nvPr/>
          </p:nvSpPr>
          <p:spPr>
            <a:xfrm>
              <a:off x="1030552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9" name="Google Shape;26419;p46"/>
            <p:cNvSpPr/>
            <p:nvPr/>
          </p:nvSpPr>
          <p:spPr>
            <a:xfrm>
              <a:off x="1150060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0" name="Google Shape;26420;p46"/>
            <p:cNvSpPr/>
            <p:nvPr/>
          </p:nvSpPr>
          <p:spPr>
            <a:xfrm>
              <a:off x="1269568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1" name="Google Shape;26421;p46"/>
            <p:cNvSpPr/>
            <p:nvPr/>
          </p:nvSpPr>
          <p:spPr>
            <a:xfrm>
              <a:off x="1389077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2" name="Google Shape;26422;p46"/>
            <p:cNvSpPr/>
            <p:nvPr/>
          </p:nvSpPr>
          <p:spPr>
            <a:xfrm>
              <a:off x="1508585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3" name="Google Shape;26423;p46"/>
            <p:cNvSpPr/>
            <p:nvPr/>
          </p:nvSpPr>
          <p:spPr>
            <a:xfrm>
              <a:off x="1628093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4" name="Google Shape;26424;p46"/>
            <p:cNvSpPr/>
            <p:nvPr/>
          </p:nvSpPr>
          <p:spPr>
            <a:xfrm>
              <a:off x="1747601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5" name="Google Shape;26425;p46"/>
            <p:cNvSpPr/>
            <p:nvPr/>
          </p:nvSpPr>
          <p:spPr>
            <a:xfrm>
              <a:off x="1867110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6" name="Google Shape;26426;p46"/>
            <p:cNvSpPr/>
            <p:nvPr/>
          </p:nvSpPr>
          <p:spPr>
            <a:xfrm>
              <a:off x="1986618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7" name="Google Shape;26427;p46"/>
            <p:cNvSpPr/>
            <p:nvPr/>
          </p:nvSpPr>
          <p:spPr>
            <a:xfrm>
              <a:off x="2106126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8" name="Google Shape;26428;p46"/>
            <p:cNvSpPr/>
            <p:nvPr/>
          </p:nvSpPr>
          <p:spPr>
            <a:xfrm>
              <a:off x="2225634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9" name="Google Shape;26429;p46"/>
            <p:cNvSpPr/>
            <p:nvPr/>
          </p:nvSpPr>
          <p:spPr>
            <a:xfrm>
              <a:off x="2345143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0" name="Google Shape;26430;p46"/>
            <p:cNvSpPr/>
            <p:nvPr/>
          </p:nvSpPr>
          <p:spPr>
            <a:xfrm>
              <a:off x="2464651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1" name="Google Shape;26431;p46"/>
            <p:cNvSpPr/>
            <p:nvPr/>
          </p:nvSpPr>
          <p:spPr>
            <a:xfrm>
              <a:off x="2584159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2" name="Google Shape;26432;p46"/>
            <p:cNvSpPr/>
            <p:nvPr/>
          </p:nvSpPr>
          <p:spPr>
            <a:xfrm>
              <a:off x="2703667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3" name="Google Shape;26433;p46"/>
            <p:cNvSpPr/>
            <p:nvPr/>
          </p:nvSpPr>
          <p:spPr>
            <a:xfrm>
              <a:off x="2823176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4" name="Google Shape;26434;p46"/>
            <p:cNvSpPr/>
            <p:nvPr/>
          </p:nvSpPr>
          <p:spPr>
            <a:xfrm>
              <a:off x="2942684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5" name="Google Shape;26435;p46"/>
            <p:cNvSpPr/>
            <p:nvPr/>
          </p:nvSpPr>
          <p:spPr>
            <a:xfrm>
              <a:off x="3062192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6" name="Google Shape;26436;p46"/>
            <p:cNvSpPr/>
            <p:nvPr/>
          </p:nvSpPr>
          <p:spPr>
            <a:xfrm>
              <a:off x="3181700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7" name="Google Shape;26437;p46"/>
            <p:cNvSpPr/>
            <p:nvPr/>
          </p:nvSpPr>
          <p:spPr>
            <a:xfrm>
              <a:off x="3301209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8" name="Google Shape;26438;p46"/>
            <p:cNvSpPr/>
            <p:nvPr/>
          </p:nvSpPr>
          <p:spPr>
            <a:xfrm>
              <a:off x="3420717" y="457206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8640" y="365760"/>
            <a:ext cx="80376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8" r:id="rId4"/>
    <p:sldLayoutId id="2147483660" r:id="rId5"/>
    <p:sldLayoutId id="2147483664" r:id="rId6"/>
    <p:sldLayoutId id="2147483665" r:id="rId7"/>
    <p:sldLayoutId id="2147483671" r:id="rId8"/>
    <p:sldLayoutId id="2147483675" r:id="rId9"/>
    <p:sldLayoutId id="2147483689" r:id="rId10"/>
    <p:sldLayoutId id="2147483690" r:id="rId11"/>
    <p:sldLayoutId id="2147483691" r:id="rId12"/>
    <p:sldLayoutId id="2147483692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49" name="Google Shape;26449;p50"/>
          <p:cNvGrpSpPr/>
          <p:nvPr/>
        </p:nvGrpSpPr>
        <p:grpSpPr>
          <a:xfrm>
            <a:off x="313503" y="540001"/>
            <a:ext cx="8516808" cy="4063556"/>
            <a:chOff x="313503" y="540001"/>
            <a:chExt cx="8516808" cy="4063556"/>
          </a:xfrm>
        </p:grpSpPr>
        <p:sp>
          <p:nvSpPr>
            <p:cNvPr id="26450" name="Google Shape;26450;p50"/>
            <p:cNvSpPr/>
            <p:nvPr/>
          </p:nvSpPr>
          <p:spPr>
            <a:xfrm>
              <a:off x="313503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1" name="Google Shape;26451;p50"/>
            <p:cNvSpPr/>
            <p:nvPr/>
          </p:nvSpPr>
          <p:spPr>
            <a:xfrm>
              <a:off x="433011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2" name="Google Shape;26452;p50"/>
            <p:cNvSpPr/>
            <p:nvPr/>
          </p:nvSpPr>
          <p:spPr>
            <a:xfrm>
              <a:off x="552519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3" name="Google Shape;26453;p50"/>
            <p:cNvSpPr/>
            <p:nvPr/>
          </p:nvSpPr>
          <p:spPr>
            <a:xfrm>
              <a:off x="672027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4" name="Google Shape;26454;p50"/>
            <p:cNvSpPr/>
            <p:nvPr/>
          </p:nvSpPr>
          <p:spPr>
            <a:xfrm>
              <a:off x="791536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5" name="Google Shape;26455;p50"/>
            <p:cNvSpPr/>
            <p:nvPr/>
          </p:nvSpPr>
          <p:spPr>
            <a:xfrm>
              <a:off x="911044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6" name="Google Shape;26456;p50"/>
            <p:cNvSpPr/>
            <p:nvPr/>
          </p:nvSpPr>
          <p:spPr>
            <a:xfrm>
              <a:off x="1030552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7" name="Google Shape;26457;p50"/>
            <p:cNvSpPr/>
            <p:nvPr/>
          </p:nvSpPr>
          <p:spPr>
            <a:xfrm>
              <a:off x="8201254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8" name="Google Shape;26458;p50"/>
            <p:cNvSpPr/>
            <p:nvPr/>
          </p:nvSpPr>
          <p:spPr>
            <a:xfrm>
              <a:off x="8320767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9" name="Google Shape;26459;p50"/>
            <p:cNvSpPr/>
            <p:nvPr/>
          </p:nvSpPr>
          <p:spPr>
            <a:xfrm>
              <a:off x="8440281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0" name="Google Shape;26460;p50"/>
            <p:cNvSpPr/>
            <p:nvPr/>
          </p:nvSpPr>
          <p:spPr>
            <a:xfrm>
              <a:off x="8559794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1" name="Google Shape;26461;p50"/>
            <p:cNvSpPr/>
            <p:nvPr/>
          </p:nvSpPr>
          <p:spPr>
            <a:xfrm>
              <a:off x="8679308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2" name="Google Shape;26462;p50"/>
            <p:cNvSpPr/>
            <p:nvPr/>
          </p:nvSpPr>
          <p:spPr>
            <a:xfrm>
              <a:off x="8798821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3" name="Google Shape;26463;p50"/>
            <p:cNvSpPr/>
            <p:nvPr/>
          </p:nvSpPr>
          <p:spPr>
            <a:xfrm>
              <a:off x="313503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4" name="Google Shape;26464;p50"/>
            <p:cNvSpPr/>
            <p:nvPr/>
          </p:nvSpPr>
          <p:spPr>
            <a:xfrm>
              <a:off x="433011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5" name="Google Shape;26465;p50"/>
            <p:cNvSpPr/>
            <p:nvPr/>
          </p:nvSpPr>
          <p:spPr>
            <a:xfrm>
              <a:off x="552519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6" name="Google Shape;26466;p50"/>
            <p:cNvSpPr/>
            <p:nvPr/>
          </p:nvSpPr>
          <p:spPr>
            <a:xfrm>
              <a:off x="672027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7" name="Google Shape;26467;p50"/>
            <p:cNvSpPr/>
            <p:nvPr/>
          </p:nvSpPr>
          <p:spPr>
            <a:xfrm>
              <a:off x="791536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8" name="Google Shape;26468;p50"/>
            <p:cNvSpPr/>
            <p:nvPr/>
          </p:nvSpPr>
          <p:spPr>
            <a:xfrm>
              <a:off x="911044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9" name="Google Shape;26469;p50"/>
            <p:cNvSpPr/>
            <p:nvPr/>
          </p:nvSpPr>
          <p:spPr>
            <a:xfrm>
              <a:off x="1030552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0" name="Google Shape;26470;p50"/>
            <p:cNvSpPr/>
            <p:nvPr/>
          </p:nvSpPr>
          <p:spPr>
            <a:xfrm>
              <a:off x="8201254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1" name="Google Shape;26471;p50"/>
            <p:cNvSpPr/>
            <p:nvPr/>
          </p:nvSpPr>
          <p:spPr>
            <a:xfrm>
              <a:off x="8320767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2" name="Google Shape;26472;p50"/>
            <p:cNvSpPr/>
            <p:nvPr/>
          </p:nvSpPr>
          <p:spPr>
            <a:xfrm>
              <a:off x="8440281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3" name="Google Shape;26473;p50"/>
            <p:cNvSpPr/>
            <p:nvPr/>
          </p:nvSpPr>
          <p:spPr>
            <a:xfrm>
              <a:off x="8559794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4" name="Google Shape;26474;p50"/>
            <p:cNvSpPr/>
            <p:nvPr/>
          </p:nvSpPr>
          <p:spPr>
            <a:xfrm>
              <a:off x="8679308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5" name="Google Shape;26475;p50"/>
            <p:cNvSpPr/>
            <p:nvPr/>
          </p:nvSpPr>
          <p:spPr>
            <a:xfrm>
              <a:off x="8798821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6" name="Google Shape;26476;p50"/>
            <p:cNvSpPr/>
            <p:nvPr/>
          </p:nvSpPr>
          <p:spPr>
            <a:xfrm>
              <a:off x="313503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7" name="Google Shape;26477;p50"/>
            <p:cNvSpPr/>
            <p:nvPr/>
          </p:nvSpPr>
          <p:spPr>
            <a:xfrm>
              <a:off x="433011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8" name="Google Shape;26478;p50"/>
            <p:cNvSpPr/>
            <p:nvPr/>
          </p:nvSpPr>
          <p:spPr>
            <a:xfrm>
              <a:off x="552519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9" name="Google Shape;26479;p50"/>
            <p:cNvSpPr/>
            <p:nvPr/>
          </p:nvSpPr>
          <p:spPr>
            <a:xfrm>
              <a:off x="672027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0" name="Google Shape;26480;p50"/>
            <p:cNvSpPr/>
            <p:nvPr/>
          </p:nvSpPr>
          <p:spPr>
            <a:xfrm>
              <a:off x="791536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1" name="Google Shape;26481;p50"/>
            <p:cNvSpPr/>
            <p:nvPr/>
          </p:nvSpPr>
          <p:spPr>
            <a:xfrm>
              <a:off x="911044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2" name="Google Shape;26482;p50"/>
            <p:cNvSpPr/>
            <p:nvPr/>
          </p:nvSpPr>
          <p:spPr>
            <a:xfrm>
              <a:off x="1030552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3" name="Google Shape;26483;p50"/>
            <p:cNvSpPr/>
            <p:nvPr/>
          </p:nvSpPr>
          <p:spPr>
            <a:xfrm>
              <a:off x="8201254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4" name="Google Shape;26484;p50"/>
            <p:cNvSpPr/>
            <p:nvPr/>
          </p:nvSpPr>
          <p:spPr>
            <a:xfrm>
              <a:off x="8320767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5" name="Google Shape;26485;p50"/>
            <p:cNvSpPr/>
            <p:nvPr/>
          </p:nvSpPr>
          <p:spPr>
            <a:xfrm>
              <a:off x="8440281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6" name="Google Shape;26486;p50"/>
            <p:cNvSpPr/>
            <p:nvPr/>
          </p:nvSpPr>
          <p:spPr>
            <a:xfrm>
              <a:off x="8559794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7" name="Google Shape;26487;p50"/>
            <p:cNvSpPr/>
            <p:nvPr/>
          </p:nvSpPr>
          <p:spPr>
            <a:xfrm>
              <a:off x="8679308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8" name="Google Shape;26488;p50"/>
            <p:cNvSpPr/>
            <p:nvPr/>
          </p:nvSpPr>
          <p:spPr>
            <a:xfrm>
              <a:off x="8798821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9" name="Google Shape;26489;p50"/>
            <p:cNvSpPr/>
            <p:nvPr/>
          </p:nvSpPr>
          <p:spPr>
            <a:xfrm>
              <a:off x="313503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0" name="Google Shape;26490;p50"/>
            <p:cNvSpPr/>
            <p:nvPr/>
          </p:nvSpPr>
          <p:spPr>
            <a:xfrm>
              <a:off x="433011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1" name="Google Shape;26491;p50"/>
            <p:cNvSpPr/>
            <p:nvPr/>
          </p:nvSpPr>
          <p:spPr>
            <a:xfrm>
              <a:off x="552519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2" name="Google Shape;26492;p50"/>
            <p:cNvSpPr/>
            <p:nvPr/>
          </p:nvSpPr>
          <p:spPr>
            <a:xfrm>
              <a:off x="672027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3" name="Google Shape;26493;p50"/>
            <p:cNvSpPr/>
            <p:nvPr/>
          </p:nvSpPr>
          <p:spPr>
            <a:xfrm>
              <a:off x="791536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4" name="Google Shape;26494;p50"/>
            <p:cNvSpPr/>
            <p:nvPr/>
          </p:nvSpPr>
          <p:spPr>
            <a:xfrm>
              <a:off x="911044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5" name="Google Shape;26495;p50"/>
            <p:cNvSpPr/>
            <p:nvPr/>
          </p:nvSpPr>
          <p:spPr>
            <a:xfrm>
              <a:off x="1030552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6" name="Google Shape;26496;p50"/>
            <p:cNvSpPr/>
            <p:nvPr/>
          </p:nvSpPr>
          <p:spPr>
            <a:xfrm>
              <a:off x="8201254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7" name="Google Shape;26497;p50"/>
            <p:cNvSpPr/>
            <p:nvPr/>
          </p:nvSpPr>
          <p:spPr>
            <a:xfrm>
              <a:off x="8320767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8" name="Google Shape;26498;p50"/>
            <p:cNvSpPr/>
            <p:nvPr/>
          </p:nvSpPr>
          <p:spPr>
            <a:xfrm>
              <a:off x="8440281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9" name="Google Shape;26499;p50"/>
            <p:cNvSpPr/>
            <p:nvPr/>
          </p:nvSpPr>
          <p:spPr>
            <a:xfrm>
              <a:off x="8559794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0" name="Google Shape;26500;p50"/>
            <p:cNvSpPr/>
            <p:nvPr/>
          </p:nvSpPr>
          <p:spPr>
            <a:xfrm>
              <a:off x="8679308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1" name="Google Shape;26501;p50"/>
            <p:cNvSpPr/>
            <p:nvPr/>
          </p:nvSpPr>
          <p:spPr>
            <a:xfrm>
              <a:off x="8798821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2" name="Google Shape;26502;p50"/>
            <p:cNvSpPr/>
            <p:nvPr/>
          </p:nvSpPr>
          <p:spPr>
            <a:xfrm>
              <a:off x="313503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3" name="Google Shape;26503;p50"/>
            <p:cNvSpPr/>
            <p:nvPr/>
          </p:nvSpPr>
          <p:spPr>
            <a:xfrm>
              <a:off x="433011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4" name="Google Shape;26504;p50"/>
            <p:cNvSpPr/>
            <p:nvPr/>
          </p:nvSpPr>
          <p:spPr>
            <a:xfrm>
              <a:off x="552519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5" name="Google Shape;26505;p50"/>
            <p:cNvSpPr/>
            <p:nvPr/>
          </p:nvSpPr>
          <p:spPr>
            <a:xfrm>
              <a:off x="672027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6" name="Google Shape;26506;p50"/>
            <p:cNvSpPr/>
            <p:nvPr/>
          </p:nvSpPr>
          <p:spPr>
            <a:xfrm>
              <a:off x="791536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7" name="Google Shape;26507;p50"/>
            <p:cNvSpPr/>
            <p:nvPr/>
          </p:nvSpPr>
          <p:spPr>
            <a:xfrm>
              <a:off x="911044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8" name="Google Shape;26508;p50"/>
            <p:cNvSpPr/>
            <p:nvPr/>
          </p:nvSpPr>
          <p:spPr>
            <a:xfrm>
              <a:off x="1030552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9" name="Google Shape;26509;p50"/>
            <p:cNvSpPr/>
            <p:nvPr/>
          </p:nvSpPr>
          <p:spPr>
            <a:xfrm>
              <a:off x="8201254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0" name="Google Shape;26510;p50"/>
            <p:cNvSpPr/>
            <p:nvPr/>
          </p:nvSpPr>
          <p:spPr>
            <a:xfrm>
              <a:off x="8320767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1" name="Google Shape;26511;p50"/>
            <p:cNvSpPr/>
            <p:nvPr/>
          </p:nvSpPr>
          <p:spPr>
            <a:xfrm>
              <a:off x="8440281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2" name="Google Shape;26512;p50"/>
            <p:cNvSpPr/>
            <p:nvPr/>
          </p:nvSpPr>
          <p:spPr>
            <a:xfrm>
              <a:off x="8559794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3" name="Google Shape;26513;p50"/>
            <p:cNvSpPr/>
            <p:nvPr/>
          </p:nvSpPr>
          <p:spPr>
            <a:xfrm>
              <a:off x="8679308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4" name="Google Shape;26514;p50"/>
            <p:cNvSpPr/>
            <p:nvPr/>
          </p:nvSpPr>
          <p:spPr>
            <a:xfrm>
              <a:off x="8798821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5" name="Google Shape;26515;p50"/>
            <p:cNvSpPr/>
            <p:nvPr/>
          </p:nvSpPr>
          <p:spPr>
            <a:xfrm>
              <a:off x="313503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6" name="Google Shape;26516;p50"/>
            <p:cNvSpPr/>
            <p:nvPr/>
          </p:nvSpPr>
          <p:spPr>
            <a:xfrm>
              <a:off x="433011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7" name="Google Shape;26517;p50"/>
            <p:cNvSpPr/>
            <p:nvPr/>
          </p:nvSpPr>
          <p:spPr>
            <a:xfrm>
              <a:off x="552519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8" name="Google Shape;26518;p50"/>
            <p:cNvSpPr/>
            <p:nvPr/>
          </p:nvSpPr>
          <p:spPr>
            <a:xfrm>
              <a:off x="672027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9" name="Google Shape;26519;p50"/>
            <p:cNvSpPr/>
            <p:nvPr/>
          </p:nvSpPr>
          <p:spPr>
            <a:xfrm>
              <a:off x="791536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0" name="Google Shape;26520;p50"/>
            <p:cNvSpPr/>
            <p:nvPr/>
          </p:nvSpPr>
          <p:spPr>
            <a:xfrm>
              <a:off x="911044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1" name="Google Shape;26521;p50"/>
            <p:cNvSpPr/>
            <p:nvPr/>
          </p:nvSpPr>
          <p:spPr>
            <a:xfrm>
              <a:off x="1030552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2" name="Google Shape;26522;p50"/>
            <p:cNvSpPr/>
            <p:nvPr/>
          </p:nvSpPr>
          <p:spPr>
            <a:xfrm>
              <a:off x="8201254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3" name="Google Shape;26523;p50"/>
            <p:cNvSpPr/>
            <p:nvPr/>
          </p:nvSpPr>
          <p:spPr>
            <a:xfrm>
              <a:off x="8320767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4" name="Google Shape;26524;p50"/>
            <p:cNvSpPr/>
            <p:nvPr/>
          </p:nvSpPr>
          <p:spPr>
            <a:xfrm>
              <a:off x="8440281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5" name="Google Shape;26525;p50"/>
            <p:cNvSpPr/>
            <p:nvPr/>
          </p:nvSpPr>
          <p:spPr>
            <a:xfrm>
              <a:off x="8559794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6" name="Google Shape;26526;p50"/>
            <p:cNvSpPr/>
            <p:nvPr/>
          </p:nvSpPr>
          <p:spPr>
            <a:xfrm>
              <a:off x="8679308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7" name="Google Shape;26527;p50"/>
            <p:cNvSpPr/>
            <p:nvPr/>
          </p:nvSpPr>
          <p:spPr>
            <a:xfrm>
              <a:off x="8798821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8" name="Google Shape;26528;p50"/>
            <p:cNvSpPr/>
            <p:nvPr/>
          </p:nvSpPr>
          <p:spPr>
            <a:xfrm>
              <a:off x="313503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9" name="Google Shape;26529;p50"/>
            <p:cNvSpPr/>
            <p:nvPr/>
          </p:nvSpPr>
          <p:spPr>
            <a:xfrm>
              <a:off x="433011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0" name="Google Shape;26530;p50"/>
            <p:cNvSpPr/>
            <p:nvPr/>
          </p:nvSpPr>
          <p:spPr>
            <a:xfrm>
              <a:off x="552519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1" name="Google Shape;26531;p50"/>
            <p:cNvSpPr/>
            <p:nvPr/>
          </p:nvSpPr>
          <p:spPr>
            <a:xfrm>
              <a:off x="672027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2" name="Google Shape;26532;p50"/>
            <p:cNvSpPr/>
            <p:nvPr/>
          </p:nvSpPr>
          <p:spPr>
            <a:xfrm>
              <a:off x="791536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3" name="Google Shape;26533;p50"/>
            <p:cNvSpPr/>
            <p:nvPr/>
          </p:nvSpPr>
          <p:spPr>
            <a:xfrm>
              <a:off x="911044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4" name="Google Shape;26534;p50"/>
            <p:cNvSpPr/>
            <p:nvPr/>
          </p:nvSpPr>
          <p:spPr>
            <a:xfrm>
              <a:off x="1030552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5" name="Google Shape;26535;p50"/>
            <p:cNvSpPr/>
            <p:nvPr/>
          </p:nvSpPr>
          <p:spPr>
            <a:xfrm>
              <a:off x="8201254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6" name="Google Shape;26536;p50"/>
            <p:cNvSpPr/>
            <p:nvPr/>
          </p:nvSpPr>
          <p:spPr>
            <a:xfrm>
              <a:off x="8320767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7" name="Google Shape;26537;p50"/>
            <p:cNvSpPr/>
            <p:nvPr/>
          </p:nvSpPr>
          <p:spPr>
            <a:xfrm>
              <a:off x="8440281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8" name="Google Shape;26538;p50"/>
            <p:cNvSpPr/>
            <p:nvPr/>
          </p:nvSpPr>
          <p:spPr>
            <a:xfrm>
              <a:off x="8559794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9" name="Google Shape;26539;p50"/>
            <p:cNvSpPr/>
            <p:nvPr/>
          </p:nvSpPr>
          <p:spPr>
            <a:xfrm>
              <a:off x="8679308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0" name="Google Shape;26540;p50"/>
            <p:cNvSpPr/>
            <p:nvPr/>
          </p:nvSpPr>
          <p:spPr>
            <a:xfrm>
              <a:off x="8798821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1" name="Google Shape;26541;p50"/>
            <p:cNvSpPr/>
            <p:nvPr/>
          </p:nvSpPr>
          <p:spPr>
            <a:xfrm>
              <a:off x="313503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2" name="Google Shape;26542;p50"/>
            <p:cNvSpPr/>
            <p:nvPr/>
          </p:nvSpPr>
          <p:spPr>
            <a:xfrm>
              <a:off x="433011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3" name="Google Shape;26543;p50"/>
            <p:cNvSpPr/>
            <p:nvPr/>
          </p:nvSpPr>
          <p:spPr>
            <a:xfrm>
              <a:off x="552519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4" name="Google Shape;26544;p50"/>
            <p:cNvSpPr/>
            <p:nvPr/>
          </p:nvSpPr>
          <p:spPr>
            <a:xfrm>
              <a:off x="672027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5" name="Google Shape;26545;p50"/>
            <p:cNvSpPr/>
            <p:nvPr/>
          </p:nvSpPr>
          <p:spPr>
            <a:xfrm>
              <a:off x="791536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6" name="Google Shape;26546;p50"/>
            <p:cNvSpPr/>
            <p:nvPr/>
          </p:nvSpPr>
          <p:spPr>
            <a:xfrm>
              <a:off x="911044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7" name="Google Shape;26547;p50"/>
            <p:cNvSpPr/>
            <p:nvPr/>
          </p:nvSpPr>
          <p:spPr>
            <a:xfrm>
              <a:off x="1030552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8" name="Google Shape;26548;p50"/>
            <p:cNvSpPr/>
            <p:nvPr/>
          </p:nvSpPr>
          <p:spPr>
            <a:xfrm>
              <a:off x="8201254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9" name="Google Shape;26549;p50"/>
            <p:cNvSpPr/>
            <p:nvPr/>
          </p:nvSpPr>
          <p:spPr>
            <a:xfrm>
              <a:off x="8320767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0" name="Google Shape;26550;p50"/>
            <p:cNvSpPr/>
            <p:nvPr/>
          </p:nvSpPr>
          <p:spPr>
            <a:xfrm>
              <a:off x="8440281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1" name="Google Shape;26551;p50"/>
            <p:cNvSpPr/>
            <p:nvPr/>
          </p:nvSpPr>
          <p:spPr>
            <a:xfrm>
              <a:off x="8559794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2" name="Google Shape;26552;p50"/>
            <p:cNvSpPr/>
            <p:nvPr/>
          </p:nvSpPr>
          <p:spPr>
            <a:xfrm>
              <a:off x="8679308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3" name="Google Shape;26553;p50"/>
            <p:cNvSpPr/>
            <p:nvPr/>
          </p:nvSpPr>
          <p:spPr>
            <a:xfrm>
              <a:off x="8798821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4" name="Google Shape;26554;p50"/>
            <p:cNvSpPr/>
            <p:nvPr/>
          </p:nvSpPr>
          <p:spPr>
            <a:xfrm>
              <a:off x="313503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5" name="Google Shape;26555;p50"/>
            <p:cNvSpPr/>
            <p:nvPr/>
          </p:nvSpPr>
          <p:spPr>
            <a:xfrm>
              <a:off x="433011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6" name="Google Shape;26556;p50"/>
            <p:cNvSpPr/>
            <p:nvPr/>
          </p:nvSpPr>
          <p:spPr>
            <a:xfrm>
              <a:off x="552519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7" name="Google Shape;26557;p50"/>
            <p:cNvSpPr/>
            <p:nvPr/>
          </p:nvSpPr>
          <p:spPr>
            <a:xfrm>
              <a:off x="672027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8" name="Google Shape;26558;p50"/>
            <p:cNvSpPr/>
            <p:nvPr/>
          </p:nvSpPr>
          <p:spPr>
            <a:xfrm>
              <a:off x="791536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9" name="Google Shape;26559;p50"/>
            <p:cNvSpPr/>
            <p:nvPr/>
          </p:nvSpPr>
          <p:spPr>
            <a:xfrm>
              <a:off x="911044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0" name="Google Shape;26560;p50"/>
            <p:cNvSpPr/>
            <p:nvPr/>
          </p:nvSpPr>
          <p:spPr>
            <a:xfrm>
              <a:off x="1030552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1" name="Google Shape;26561;p50"/>
            <p:cNvSpPr/>
            <p:nvPr/>
          </p:nvSpPr>
          <p:spPr>
            <a:xfrm>
              <a:off x="8201254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2" name="Google Shape;26562;p50"/>
            <p:cNvSpPr/>
            <p:nvPr/>
          </p:nvSpPr>
          <p:spPr>
            <a:xfrm>
              <a:off x="8320767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3" name="Google Shape;26563;p50"/>
            <p:cNvSpPr/>
            <p:nvPr/>
          </p:nvSpPr>
          <p:spPr>
            <a:xfrm>
              <a:off x="8440281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4" name="Google Shape;26564;p50"/>
            <p:cNvSpPr/>
            <p:nvPr/>
          </p:nvSpPr>
          <p:spPr>
            <a:xfrm>
              <a:off x="8559794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5" name="Google Shape;26565;p50"/>
            <p:cNvSpPr/>
            <p:nvPr/>
          </p:nvSpPr>
          <p:spPr>
            <a:xfrm>
              <a:off x="8679308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6" name="Google Shape;26566;p50"/>
            <p:cNvSpPr/>
            <p:nvPr/>
          </p:nvSpPr>
          <p:spPr>
            <a:xfrm>
              <a:off x="8798821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7" name="Google Shape;26567;p50"/>
            <p:cNvSpPr/>
            <p:nvPr/>
          </p:nvSpPr>
          <p:spPr>
            <a:xfrm>
              <a:off x="313503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8" name="Google Shape;26568;p50"/>
            <p:cNvSpPr/>
            <p:nvPr/>
          </p:nvSpPr>
          <p:spPr>
            <a:xfrm>
              <a:off x="433011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9" name="Google Shape;26569;p50"/>
            <p:cNvSpPr/>
            <p:nvPr/>
          </p:nvSpPr>
          <p:spPr>
            <a:xfrm>
              <a:off x="552519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0" name="Google Shape;26570;p50"/>
            <p:cNvSpPr/>
            <p:nvPr/>
          </p:nvSpPr>
          <p:spPr>
            <a:xfrm>
              <a:off x="672027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1" name="Google Shape;26571;p50"/>
            <p:cNvSpPr/>
            <p:nvPr/>
          </p:nvSpPr>
          <p:spPr>
            <a:xfrm>
              <a:off x="791536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2" name="Google Shape;26572;p50"/>
            <p:cNvSpPr/>
            <p:nvPr/>
          </p:nvSpPr>
          <p:spPr>
            <a:xfrm>
              <a:off x="911044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3" name="Google Shape;26573;p50"/>
            <p:cNvSpPr/>
            <p:nvPr/>
          </p:nvSpPr>
          <p:spPr>
            <a:xfrm>
              <a:off x="1030552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4" name="Google Shape;26574;p50"/>
            <p:cNvSpPr/>
            <p:nvPr/>
          </p:nvSpPr>
          <p:spPr>
            <a:xfrm>
              <a:off x="8201254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5" name="Google Shape;26575;p50"/>
            <p:cNvSpPr/>
            <p:nvPr/>
          </p:nvSpPr>
          <p:spPr>
            <a:xfrm>
              <a:off x="8320767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6" name="Google Shape;26576;p50"/>
            <p:cNvSpPr/>
            <p:nvPr/>
          </p:nvSpPr>
          <p:spPr>
            <a:xfrm>
              <a:off x="8440281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7" name="Google Shape;26577;p50"/>
            <p:cNvSpPr/>
            <p:nvPr/>
          </p:nvSpPr>
          <p:spPr>
            <a:xfrm>
              <a:off x="8559794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8" name="Google Shape;26578;p50"/>
            <p:cNvSpPr/>
            <p:nvPr/>
          </p:nvSpPr>
          <p:spPr>
            <a:xfrm>
              <a:off x="8679308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9" name="Google Shape;26579;p50"/>
            <p:cNvSpPr/>
            <p:nvPr/>
          </p:nvSpPr>
          <p:spPr>
            <a:xfrm>
              <a:off x="8798821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0" name="Google Shape;26580;p50"/>
            <p:cNvSpPr/>
            <p:nvPr/>
          </p:nvSpPr>
          <p:spPr>
            <a:xfrm>
              <a:off x="313503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1" name="Google Shape;26581;p50"/>
            <p:cNvSpPr/>
            <p:nvPr/>
          </p:nvSpPr>
          <p:spPr>
            <a:xfrm>
              <a:off x="433011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2" name="Google Shape;26582;p50"/>
            <p:cNvSpPr/>
            <p:nvPr/>
          </p:nvSpPr>
          <p:spPr>
            <a:xfrm>
              <a:off x="552519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3" name="Google Shape;26583;p50"/>
            <p:cNvSpPr/>
            <p:nvPr/>
          </p:nvSpPr>
          <p:spPr>
            <a:xfrm>
              <a:off x="672027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4" name="Google Shape;26584;p50"/>
            <p:cNvSpPr/>
            <p:nvPr/>
          </p:nvSpPr>
          <p:spPr>
            <a:xfrm>
              <a:off x="791536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5" name="Google Shape;26585;p50"/>
            <p:cNvSpPr/>
            <p:nvPr/>
          </p:nvSpPr>
          <p:spPr>
            <a:xfrm>
              <a:off x="911044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6" name="Google Shape;26586;p50"/>
            <p:cNvSpPr/>
            <p:nvPr/>
          </p:nvSpPr>
          <p:spPr>
            <a:xfrm>
              <a:off x="1030552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7" name="Google Shape;26587;p50"/>
            <p:cNvSpPr/>
            <p:nvPr/>
          </p:nvSpPr>
          <p:spPr>
            <a:xfrm>
              <a:off x="8201254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8" name="Google Shape;26588;p50"/>
            <p:cNvSpPr/>
            <p:nvPr/>
          </p:nvSpPr>
          <p:spPr>
            <a:xfrm>
              <a:off x="8320767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9" name="Google Shape;26589;p50"/>
            <p:cNvSpPr/>
            <p:nvPr/>
          </p:nvSpPr>
          <p:spPr>
            <a:xfrm>
              <a:off x="8440281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0" name="Google Shape;26590;p50"/>
            <p:cNvSpPr/>
            <p:nvPr/>
          </p:nvSpPr>
          <p:spPr>
            <a:xfrm>
              <a:off x="8559794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1" name="Google Shape;26591;p50"/>
            <p:cNvSpPr/>
            <p:nvPr/>
          </p:nvSpPr>
          <p:spPr>
            <a:xfrm>
              <a:off x="8679308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2" name="Google Shape;26592;p50"/>
            <p:cNvSpPr/>
            <p:nvPr/>
          </p:nvSpPr>
          <p:spPr>
            <a:xfrm>
              <a:off x="8798821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3" name="Google Shape;26593;p50"/>
            <p:cNvSpPr/>
            <p:nvPr/>
          </p:nvSpPr>
          <p:spPr>
            <a:xfrm>
              <a:off x="313503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4" name="Google Shape;26594;p50"/>
            <p:cNvSpPr/>
            <p:nvPr/>
          </p:nvSpPr>
          <p:spPr>
            <a:xfrm>
              <a:off x="433011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5" name="Google Shape;26595;p50"/>
            <p:cNvSpPr/>
            <p:nvPr/>
          </p:nvSpPr>
          <p:spPr>
            <a:xfrm>
              <a:off x="552519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6" name="Google Shape;26596;p50"/>
            <p:cNvSpPr/>
            <p:nvPr/>
          </p:nvSpPr>
          <p:spPr>
            <a:xfrm>
              <a:off x="672027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7" name="Google Shape;26597;p50"/>
            <p:cNvSpPr/>
            <p:nvPr/>
          </p:nvSpPr>
          <p:spPr>
            <a:xfrm>
              <a:off x="791536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8" name="Google Shape;26598;p50"/>
            <p:cNvSpPr/>
            <p:nvPr/>
          </p:nvSpPr>
          <p:spPr>
            <a:xfrm>
              <a:off x="911044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9" name="Google Shape;26599;p50"/>
            <p:cNvSpPr/>
            <p:nvPr/>
          </p:nvSpPr>
          <p:spPr>
            <a:xfrm>
              <a:off x="1030552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0" name="Google Shape;26600;p50"/>
            <p:cNvSpPr/>
            <p:nvPr/>
          </p:nvSpPr>
          <p:spPr>
            <a:xfrm>
              <a:off x="8201254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1" name="Google Shape;26601;p50"/>
            <p:cNvSpPr/>
            <p:nvPr/>
          </p:nvSpPr>
          <p:spPr>
            <a:xfrm>
              <a:off x="8320767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2" name="Google Shape;26602;p50"/>
            <p:cNvSpPr/>
            <p:nvPr/>
          </p:nvSpPr>
          <p:spPr>
            <a:xfrm>
              <a:off x="8440281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3" name="Google Shape;26603;p50"/>
            <p:cNvSpPr/>
            <p:nvPr/>
          </p:nvSpPr>
          <p:spPr>
            <a:xfrm>
              <a:off x="8559794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4" name="Google Shape;26604;p50"/>
            <p:cNvSpPr/>
            <p:nvPr/>
          </p:nvSpPr>
          <p:spPr>
            <a:xfrm>
              <a:off x="8679308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5" name="Google Shape;26605;p50"/>
            <p:cNvSpPr/>
            <p:nvPr/>
          </p:nvSpPr>
          <p:spPr>
            <a:xfrm>
              <a:off x="8798821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6" name="Google Shape;26606;p50"/>
            <p:cNvSpPr/>
            <p:nvPr/>
          </p:nvSpPr>
          <p:spPr>
            <a:xfrm>
              <a:off x="313503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7" name="Google Shape;26607;p50"/>
            <p:cNvSpPr/>
            <p:nvPr/>
          </p:nvSpPr>
          <p:spPr>
            <a:xfrm>
              <a:off x="433011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8" name="Google Shape;26608;p50"/>
            <p:cNvSpPr/>
            <p:nvPr/>
          </p:nvSpPr>
          <p:spPr>
            <a:xfrm>
              <a:off x="552519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9" name="Google Shape;26609;p50"/>
            <p:cNvSpPr/>
            <p:nvPr/>
          </p:nvSpPr>
          <p:spPr>
            <a:xfrm>
              <a:off x="672027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0" name="Google Shape;26610;p50"/>
            <p:cNvSpPr/>
            <p:nvPr/>
          </p:nvSpPr>
          <p:spPr>
            <a:xfrm>
              <a:off x="791536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1" name="Google Shape;26611;p50"/>
            <p:cNvSpPr/>
            <p:nvPr/>
          </p:nvSpPr>
          <p:spPr>
            <a:xfrm>
              <a:off x="911044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2" name="Google Shape;26612;p50"/>
            <p:cNvSpPr/>
            <p:nvPr/>
          </p:nvSpPr>
          <p:spPr>
            <a:xfrm>
              <a:off x="1030552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3" name="Google Shape;26613;p50"/>
            <p:cNvSpPr/>
            <p:nvPr/>
          </p:nvSpPr>
          <p:spPr>
            <a:xfrm>
              <a:off x="8201254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4" name="Google Shape;26614;p50"/>
            <p:cNvSpPr/>
            <p:nvPr/>
          </p:nvSpPr>
          <p:spPr>
            <a:xfrm>
              <a:off x="8320767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5" name="Google Shape;26615;p50"/>
            <p:cNvSpPr/>
            <p:nvPr/>
          </p:nvSpPr>
          <p:spPr>
            <a:xfrm>
              <a:off x="8440281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6" name="Google Shape;26616;p50"/>
            <p:cNvSpPr/>
            <p:nvPr/>
          </p:nvSpPr>
          <p:spPr>
            <a:xfrm>
              <a:off x="8559794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7" name="Google Shape;26617;p50"/>
            <p:cNvSpPr/>
            <p:nvPr/>
          </p:nvSpPr>
          <p:spPr>
            <a:xfrm>
              <a:off x="8679308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8" name="Google Shape;26618;p50"/>
            <p:cNvSpPr/>
            <p:nvPr/>
          </p:nvSpPr>
          <p:spPr>
            <a:xfrm>
              <a:off x="8798821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9" name="Google Shape;26619;p50"/>
            <p:cNvSpPr/>
            <p:nvPr/>
          </p:nvSpPr>
          <p:spPr>
            <a:xfrm>
              <a:off x="313503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0" name="Google Shape;26620;p50"/>
            <p:cNvSpPr/>
            <p:nvPr/>
          </p:nvSpPr>
          <p:spPr>
            <a:xfrm>
              <a:off x="433011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1" name="Google Shape;26621;p50"/>
            <p:cNvSpPr/>
            <p:nvPr/>
          </p:nvSpPr>
          <p:spPr>
            <a:xfrm>
              <a:off x="552519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2" name="Google Shape;26622;p50"/>
            <p:cNvSpPr/>
            <p:nvPr/>
          </p:nvSpPr>
          <p:spPr>
            <a:xfrm>
              <a:off x="672027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3" name="Google Shape;26623;p50"/>
            <p:cNvSpPr/>
            <p:nvPr/>
          </p:nvSpPr>
          <p:spPr>
            <a:xfrm>
              <a:off x="791536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4" name="Google Shape;26624;p50"/>
            <p:cNvSpPr/>
            <p:nvPr/>
          </p:nvSpPr>
          <p:spPr>
            <a:xfrm>
              <a:off x="911044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5" name="Google Shape;26625;p50"/>
            <p:cNvSpPr/>
            <p:nvPr/>
          </p:nvSpPr>
          <p:spPr>
            <a:xfrm>
              <a:off x="1030552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6" name="Google Shape;26626;p50"/>
            <p:cNvSpPr/>
            <p:nvPr/>
          </p:nvSpPr>
          <p:spPr>
            <a:xfrm>
              <a:off x="8201254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7" name="Google Shape;26627;p50"/>
            <p:cNvSpPr/>
            <p:nvPr/>
          </p:nvSpPr>
          <p:spPr>
            <a:xfrm>
              <a:off x="8320767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8" name="Google Shape;26628;p50"/>
            <p:cNvSpPr/>
            <p:nvPr/>
          </p:nvSpPr>
          <p:spPr>
            <a:xfrm>
              <a:off x="8440281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9" name="Google Shape;26629;p50"/>
            <p:cNvSpPr/>
            <p:nvPr/>
          </p:nvSpPr>
          <p:spPr>
            <a:xfrm>
              <a:off x="8559794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0" name="Google Shape;26630;p50"/>
            <p:cNvSpPr/>
            <p:nvPr/>
          </p:nvSpPr>
          <p:spPr>
            <a:xfrm>
              <a:off x="8679308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1" name="Google Shape;26631;p50"/>
            <p:cNvSpPr/>
            <p:nvPr/>
          </p:nvSpPr>
          <p:spPr>
            <a:xfrm>
              <a:off x="8798821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2" name="Google Shape;26632;p50"/>
            <p:cNvSpPr/>
            <p:nvPr/>
          </p:nvSpPr>
          <p:spPr>
            <a:xfrm>
              <a:off x="313503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3" name="Google Shape;26633;p50"/>
            <p:cNvSpPr/>
            <p:nvPr/>
          </p:nvSpPr>
          <p:spPr>
            <a:xfrm>
              <a:off x="433011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4" name="Google Shape;26634;p50"/>
            <p:cNvSpPr/>
            <p:nvPr/>
          </p:nvSpPr>
          <p:spPr>
            <a:xfrm>
              <a:off x="552519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5" name="Google Shape;26635;p50"/>
            <p:cNvSpPr/>
            <p:nvPr/>
          </p:nvSpPr>
          <p:spPr>
            <a:xfrm>
              <a:off x="672027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6" name="Google Shape;26636;p50"/>
            <p:cNvSpPr/>
            <p:nvPr/>
          </p:nvSpPr>
          <p:spPr>
            <a:xfrm>
              <a:off x="791536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7" name="Google Shape;26637;p50"/>
            <p:cNvSpPr/>
            <p:nvPr/>
          </p:nvSpPr>
          <p:spPr>
            <a:xfrm>
              <a:off x="911044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8" name="Google Shape;26638;p50"/>
            <p:cNvSpPr/>
            <p:nvPr/>
          </p:nvSpPr>
          <p:spPr>
            <a:xfrm>
              <a:off x="1030552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9" name="Google Shape;26639;p50"/>
            <p:cNvSpPr/>
            <p:nvPr/>
          </p:nvSpPr>
          <p:spPr>
            <a:xfrm>
              <a:off x="8201254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0" name="Google Shape;26640;p50"/>
            <p:cNvSpPr/>
            <p:nvPr/>
          </p:nvSpPr>
          <p:spPr>
            <a:xfrm>
              <a:off x="8320767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1" name="Google Shape;26641;p50"/>
            <p:cNvSpPr/>
            <p:nvPr/>
          </p:nvSpPr>
          <p:spPr>
            <a:xfrm>
              <a:off x="8440281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2" name="Google Shape;26642;p50"/>
            <p:cNvSpPr/>
            <p:nvPr/>
          </p:nvSpPr>
          <p:spPr>
            <a:xfrm>
              <a:off x="8559794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3" name="Google Shape;26643;p50"/>
            <p:cNvSpPr/>
            <p:nvPr/>
          </p:nvSpPr>
          <p:spPr>
            <a:xfrm>
              <a:off x="8679308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4" name="Google Shape;26644;p50"/>
            <p:cNvSpPr/>
            <p:nvPr/>
          </p:nvSpPr>
          <p:spPr>
            <a:xfrm>
              <a:off x="8798821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5" name="Google Shape;26645;p50"/>
            <p:cNvSpPr/>
            <p:nvPr/>
          </p:nvSpPr>
          <p:spPr>
            <a:xfrm>
              <a:off x="313503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6" name="Google Shape;26646;p50"/>
            <p:cNvSpPr/>
            <p:nvPr/>
          </p:nvSpPr>
          <p:spPr>
            <a:xfrm>
              <a:off x="433011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7" name="Google Shape;26647;p50"/>
            <p:cNvSpPr/>
            <p:nvPr/>
          </p:nvSpPr>
          <p:spPr>
            <a:xfrm>
              <a:off x="552519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8" name="Google Shape;26648;p50"/>
            <p:cNvSpPr/>
            <p:nvPr/>
          </p:nvSpPr>
          <p:spPr>
            <a:xfrm>
              <a:off x="672027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9" name="Google Shape;26649;p50"/>
            <p:cNvSpPr/>
            <p:nvPr/>
          </p:nvSpPr>
          <p:spPr>
            <a:xfrm>
              <a:off x="791536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0" name="Google Shape;26650;p50"/>
            <p:cNvSpPr/>
            <p:nvPr/>
          </p:nvSpPr>
          <p:spPr>
            <a:xfrm>
              <a:off x="911044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1" name="Google Shape;26651;p50"/>
            <p:cNvSpPr/>
            <p:nvPr/>
          </p:nvSpPr>
          <p:spPr>
            <a:xfrm>
              <a:off x="1030552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2" name="Google Shape;26652;p50"/>
            <p:cNvSpPr/>
            <p:nvPr/>
          </p:nvSpPr>
          <p:spPr>
            <a:xfrm>
              <a:off x="8201254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3" name="Google Shape;26653;p50"/>
            <p:cNvSpPr/>
            <p:nvPr/>
          </p:nvSpPr>
          <p:spPr>
            <a:xfrm>
              <a:off x="8320767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4" name="Google Shape;26654;p50"/>
            <p:cNvSpPr/>
            <p:nvPr/>
          </p:nvSpPr>
          <p:spPr>
            <a:xfrm>
              <a:off x="8440281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5" name="Google Shape;26655;p50"/>
            <p:cNvSpPr/>
            <p:nvPr/>
          </p:nvSpPr>
          <p:spPr>
            <a:xfrm>
              <a:off x="8559794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6" name="Google Shape;26656;p50"/>
            <p:cNvSpPr/>
            <p:nvPr/>
          </p:nvSpPr>
          <p:spPr>
            <a:xfrm>
              <a:off x="8679308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7" name="Google Shape;26657;p50"/>
            <p:cNvSpPr/>
            <p:nvPr/>
          </p:nvSpPr>
          <p:spPr>
            <a:xfrm>
              <a:off x="8798821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8" name="Google Shape;26658;p50"/>
            <p:cNvSpPr/>
            <p:nvPr/>
          </p:nvSpPr>
          <p:spPr>
            <a:xfrm>
              <a:off x="313503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9" name="Google Shape;26659;p50"/>
            <p:cNvSpPr/>
            <p:nvPr/>
          </p:nvSpPr>
          <p:spPr>
            <a:xfrm>
              <a:off x="433011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0" name="Google Shape;26660;p50"/>
            <p:cNvSpPr/>
            <p:nvPr/>
          </p:nvSpPr>
          <p:spPr>
            <a:xfrm>
              <a:off x="552519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1" name="Google Shape;26661;p50"/>
            <p:cNvSpPr/>
            <p:nvPr/>
          </p:nvSpPr>
          <p:spPr>
            <a:xfrm>
              <a:off x="672027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2" name="Google Shape;26662;p50"/>
            <p:cNvSpPr/>
            <p:nvPr/>
          </p:nvSpPr>
          <p:spPr>
            <a:xfrm>
              <a:off x="791536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3" name="Google Shape;26663;p50"/>
            <p:cNvSpPr/>
            <p:nvPr/>
          </p:nvSpPr>
          <p:spPr>
            <a:xfrm>
              <a:off x="911044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4" name="Google Shape;26664;p50"/>
            <p:cNvSpPr/>
            <p:nvPr/>
          </p:nvSpPr>
          <p:spPr>
            <a:xfrm>
              <a:off x="1030552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5" name="Google Shape;26665;p50"/>
            <p:cNvSpPr/>
            <p:nvPr/>
          </p:nvSpPr>
          <p:spPr>
            <a:xfrm>
              <a:off x="8201254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6" name="Google Shape;26666;p50"/>
            <p:cNvSpPr/>
            <p:nvPr/>
          </p:nvSpPr>
          <p:spPr>
            <a:xfrm>
              <a:off x="8320767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7" name="Google Shape;26667;p50"/>
            <p:cNvSpPr/>
            <p:nvPr/>
          </p:nvSpPr>
          <p:spPr>
            <a:xfrm>
              <a:off x="8440281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8" name="Google Shape;26668;p50"/>
            <p:cNvSpPr/>
            <p:nvPr/>
          </p:nvSpPr>
          <p:spPr>
            <a:xfrm>
              <a:off x="8559794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9" name="Google Shape;26669;p50"/>
            <p:cNvSpPr/>
            <p:nvPr/>
          </p:nvSpPr>
          <p:spPr>
            <a:xfrm>
              <a:off x="8679308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0" name="Google Shape;26670;p50"/>
            <p:cNvSpPr/>
            <p:nvPr/>
          </p:nvSpPr>
          <p:spPr>
            <a:xfrm>
              <a:off x="8798821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1" name="Google Shape;26671;p50"/>
            <p:cNvSpPr/>
            <p:nvPr/>
          </p:nvSpPr>
          <p:spPr>
            <a:xfrm>
              <a:off x="313503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2" name="Google Shape;26672;p50"/>
            <p:cNvSpPr/>
            <p:nvPr/>
          </p:nvSpPr>
          <p:spPr>
            <a:xfrm>
              <a:off x="433011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3" name="Google Shape;26673;p50"/>
            <p:cNvSpPr/>
            <p:nvPr/>
          </p:nvSpPr>
          <p:spPr>
            <a:xfrm>
              <a:off x="552519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4" name="Google Shape;26674;p50"/>
            <p:cNvSpPr/>
            <p:nvPr/>
          </p:nvSpPr>
          <p:spPr>
            <a:xfrm>
              <a:off x="672027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5" name="Google Shape;26675;p50"/>
            <p:cNvSpPr/>
            <p:nvPr/>
          </p:nvSpPr>
          <p:spPr>
            <a:xfrm>
              <a:off x="791536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6" name="Google Shape;26676;p50"/>
            <p:cNvSpPr/>
            <p:nvPr/>
          </p:nvSpPr>
          <p:spPr>
            <a:xfrm>
              <a:off x="911044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7" name="Google Shape;26677;p50"/>
            <p:cNvSpPr/>
            <p:nvPr/>
          </p:nvSpPr>
          <p:spPr>
            <a:xfrm>
              <a:off x="1030552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8" name="Google Shape;26678;p50"/>
            <p:cNvSpPr/>
            <p:nvPr/>
          </p:nvSpPr>
          <p:spPr>
            <a:xfrm>
              <a:off x="8201254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9" name="Google Shape;26679;p50"/>
            <p:cNvSpPr/>
            <p:nvPr/>
          </p:nvSpPr>
          <p:spPr>
            <a:xfrm>
              <a:off x="8320767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0" name="Google Shape;26680;p50"/>
            <p:cNvSpPr/>
            <p:nvPr/>
          </p:nvSpPr>
          <p:spPr>
            <a:xfrm>
              <a:off x="8440281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1" name="Google Shape;26681;p50"/>
            <p:cNvSpPr/>
            <p:nvPr/>
          </p:nvSpPr>
          <p:spPr>
            <a:xfrm>
              <a:off x="8559794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2" name="Google Shape;26682;p50"/>
            <p:cNvSpPr/>
            <p:nvPr/>
          </p:nvSpPr>
          <p:spPr>
            <a:xfrm>
              <a:off x="8679308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3" name="Google Shape;26683;p50"/>
            <p:cNvSpPr/>
            <p:nvPr/>
          </p:nvSpPr>
          <p:spPr>
            <a:xfrm>
              <a:off x="8798821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4" name="Google Shape;26684;p50"/>
            <p:cNvSpPr/>
            <p:nvPr/>
          </p:nvSpPr>
          <p:spPr>
            <a:xfrm>
              <a:off x="313503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5" name="Google Shape;26685;p50"/>
            <p:cNvSpPr/>
            <p:nvPr/>
          </p:nvSpPr>
          <p:spPr>
            <a:xfrm>
              <a:off x="433011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6" name="Google Shape;26686;p50"/>
            <p:cNvSpPr/>
            <p:nvPr/>
          </p:nvSpPr>
          <p:spPr>
            <a:xfrm>
              <a:off x="552519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7" name="Google Shape;26687;p50"/>
            <p:cNvSpPr/>
            <p:nvPr/>
          </p:nvSpPr>
          <p:spPr>
            <a:xfrm>
              <a:off x="672027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8" name="Google Shape;26688;p50"/>
            <p:cNvSpPr/>
            <p:nvPr/>
          </p:nvSpPr>
          <p:spPr>
            <a:xfrm>
              <a:off x="791536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9" name="Google Shape;26689;p50"/>
            <p:cNvSpPr/>
            <p:nvPr/>
          </p:nvSpPr>
          <p:spPr>
            <a:xfrm>
              <a:off x="911044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0" name="Google Shape;26690;p50"/>
            <p:cNvSpPr/>
            <p:nvPr/>
          </p:nvSpPr>
          <p:spPr>
            <a:xfrm>
              <a:off x="1030552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1" name="Google Shape;26691;p50"/>
            <p:cNvSpPr/>
            <p:nvPr/>
          </p:nvSpPr>
          <p:spPr>
            <a:xfrm>
              <a:off x="8201254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2" name="Google Shape;26692;p50"/>
            <p:cNvSpPr/>
            <p:nvPr/>
          </p:nvSpPr>
          <p:spPr>
            <a:xfrm>
              <a:off x="8320767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3" name="Google Shape;26693;p50"/>
            <p:cNvSpPr/>
            <p:nvPr/>
          </p:nvSpPr>
          <p:spPr>
            <a:xfrm>
              <a:off x="8440281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4" name="Google Shape;26694;p50"/>
            <p:cNvSpPr/>
            <p:nvPr/>
          </p:nvSpPr>
          <p:spPr>
            <a:xfrm>
              <a:off x="8559794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5" name="Google Shape;26695;p50"/>
            <p:cNvSpPr/>
            <p:nvPr/>
          </p:nvSpPr>
          <p:spPr>
            <a:xfrm>
              <a:off x="8679308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6" name="Google Shape;26696;p50"/>
            <p:cNvSpPr/>
            <p:nvPr/>
          </p:nvSpPr>
          <p:spPr>
            <a:xfrm>
              <a:off x="8798821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7" name="Google Shape;26697;p50"/>
            <p:cNvSpPr/>
            <p:nvPr/>
          </p:nvSpPr>
          <p:spPr>
            <a:xfrm>
              <a:off x="313503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8" name="Google Shape;26698;p50"/>
            <p:cNvSpPr/>
            <p:nvPr/>
          </p:nvSpPr>
          <p:spPr>
            <a:xfrm>
              <a:off x="433011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9" name="Google Shape;26699;p50"/>
            <p:cNvSpPr/>
            <p:nvPr/>
          </p:nvSpPr>
          <p:spPr>
            <a:xfrm>
              <a:off x="552519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0" name="Google Shape;26700;p50"/>
            <p:cNvSpPr/>
            <p:nvPr/>
          </p:nvSpPr>
          <p:spPr>
            <a:xfrm>
              <a:off x="672027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1" name="Google Shape;26701;p50"/>
            <p:cNvSpPr/>
            <p:nvPr/>
          </p:nvSpPr>
          <p:spPr>
            <a:xfrm>
              <a:off x="791536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2" name="Google Shape;26702;p50"/>
            <p:cNvSpPr/>
            <p:nvPr/>
          </p:nvSpPr>
          <p:spPr>
            <a:xfrm>
              <a:off x="911044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3" name="Google Shape;26703;p50"/>
            <p:cNvSpPr/>
            <p:nvPr/>
          </p:nvSpPr>
          <p:spPr>
            <a:xfrm>
              <a:off x="1030552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4" name="Google Shape;26704;p50"/>
            <p:cNvSpPr/>
            <p:nvPr/>
          </p:nvSpPr>
          <p:spPr>
            <a:xfrm>
              <a:off x="8201254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5" name="Google Shape;26705;p50"/>
            <p:cNvSpPr/>
            <p:nvPr/>
          </p:nvSpPr>
          <p:spPr>
            <a:xfrm>
              <a:off x="8320767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6" name="Google Shape;26706;p50"/>
            <p:cNvSpPr/>
            <p:nvPr/>
          </p:nvSpPr>
          <p:spPr>
            <a:xfrm>
              <a:off x="8440281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7" name="Google Shape;26707;p50"/>
            <p:cNvSpPr/>
            <p:nvPr/>
          </p:nvSpPr>
          <p:spPr>
            <a:xfrm>
              <a:off x="8559794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8" name="Google Shape;26708;p50"/>
            <p:cNvSpPr/>
            <p:nvPr/>
          </p:nvSpPr>
          <p:spPr>
            <a:xfrm>
              <a:off x="8679308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9" name="Google Shape;26709;p50"/>
            <p:cNvSpPr/>
            <p:nvPr/>
          </p:nvSpPr>
          <p:spPr>
            <a:xfrm>
              <a:off x="8798821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0" name="Google Shape;26710;p50"/>
            <p:cNvSpPr/>
            <p:nvPr/>
          </p:nvSpPr>
          <p:spPr>
            <a:xfrm>
              <a:off x="313503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1" name="Google Shape;26711;p50"/>
            <p:cNvSpPr/>
            <p:nvPr/>
          </p:nvSpPr>
          <p:spPr>
            <a:xfrm>
              <a:off x="433011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2" name="Google Shape;26712;p50"/>
            <p:cNvSpPr/>
            <p:nvPr/>
          </p:nvSpPr>
          <p:spPr>
            <a:xfrm>
              <a:off x="552519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3" name="Google Shape;26713;p50"/>
            <p:cNvSpPr/>
            <p:nvPr/>
          </p:nvSpPr>
          <p:spPr>
            <a:xfrm>
              <a:off x="672027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4" name="Google Shape;26714;p50"/>
            <p:cNvSpPr/>
            <p:nvPr/>
          </p:nvSpPr>
          <p:spPr>
            <a:xfrm>
              <a:off x="791536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5" name="Google Shape;26715;p50"/>
            <p:cNvSpPr/>
            <p:nvPr/>
          </p:nvSpPr>
          <p:spPr>
            <a:xfrm>
              <a:off x="911044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6" name="Google Shape;26716;p50"/>
            <p:cNvSpPr/>
            <p:nvPr/>
          </p:nvSpPr>
          <p:spPr>
            <a:xfrm>
              <a:off x="1030552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7" name="Google Shape;26717;p50"/>
            <p:cNvSpPr/>
            <p:nvPr/>
          </p:nvSpPr>
          <p:spPr>
            <a:xfrm>
              <a:off x="8201254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8" name="Google Shape;26718;p50"/>
            <p:cNvSpPr/>
            <p:nvPr/>
          </p:nvSpPr>
          <p:spPr>
            <a:xfrm>
              <a:off x="8320767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9" name="Google Shape;26719;p50"/>
            <p:cNvSpPr/>
            <p:nvPr/>
          </p:nvSpPr>
          <p:spPr>
            <a:xfrm>
              <a:off x="8440281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0" name="Google Shape;26720;p50"/>
            <p:cNvSpPr/>
            <p:nvPr/>
          </p:nvSpPr>
          <p:spPr>
            <a:xfrm>
              <a:off x="8559794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1" name="Google Shape;26721;p50"/>
            <p:cNvSpPr/>
            <p:nvPr/>
          </p:nvSpPr>
          <p:spPr>
            <a:xfrm>
              <a:off x="8679308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2" name="Google Shape;26722;p50"/>
            <p:cNvSpPr/>
            <p:nvPr/>
          </p:nvSpPr>
          <p:spPr>
            <a:xfrm>
              <a:off x="8798821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3" name="Google Shape;26723;p50"/>
            <p:cNvSpPr/>
            <p:nvPr/>
          </p:nvSpPr>
          <p:spPr>
            <a:xfrm>
              <a:off x="313503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4" name="Google Shape;26724;p50"/>
            <p:cNvSpPr/>
            <p:nvPr/>
          </p:nvSpPr>
          <p:spPr>
            <a:xfrm>
              <a:off x="433011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5" name="Google Shape;26725;p50"/>
            <p:cNvSpPr/>
            <p:nvPr/>
          </p:nvSpPr>
          <p:spPr>
            <a:xfrm>
              <a:off x="552519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6" name="Google Shape;26726;p50"/>
            <p:cNvSpPr/>
            <p:nvPr/>
          </p:nvSpPr>
          <p:spPr>
            <a:xfrm>
              <a:off x="672027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7" name="Google Shape;26727;p50"/>
            <p:cNvSpPr/>
            <p:nvPr/>
          </p:nvSpPr>
          <p:spPr>
            <a:xfrm>
              <a:off x="791536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8" name="Google Shape;26728;p50"/>
            <p:cNvSpPr/>
            <p:nvPr/>
          </p:nvSpPr>
          <p:spPr>
            <a:xfrm>
              <a:off x="911044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9" name="Google Shape;26729;p50"/>
            <p:cNvSpPr/>
            <p:nvPr/>
          </p:nvSpPr>
          <p:spPr>
            <a:xfrm>
              <a:off x="1030552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0" name="Google Shape;26730;p50"/>
            <p:cNvSpPr/>
            <p:nvPr/>
          </p:nvSpPr>
          <p:spPr>
            <a:xfrm>
              <a:off x="8201254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1" name="Google Shape;26731;p50"/>
            <p:cNvSpPr/>
            <p:nvPr/>
          </p:nvSpPr>
          <p:spPr>
            <a:xfrm>
              <a:off x="8320767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2" name="Google Shape;26732;p50"/>
            <p:cNvSpPr/>
            <p:nvPr/>
          </p:nvSpPr>
          <p:spPr>
            <a:xfrm>
              <a:off x="8440281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3" name="Google Shape;26733;p50"/>
            <p:cNvSpPr/>
            <p:nvPr/>
          </p:nvSpPr>
          <p:spPr>
            <a:xfrm>
              <a:off x="8559794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4" name="Google Shape;26734;p50"/>
            <p:cNvSpPr/>
            <p:nvPr/>
          </p:nvSpPr>
          <p:spPr>
            <a:xfrm>
              <a:off x="8679308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5" name="Google Shape;26735;p50"/>
            <p:cNvSpPr/>
            <p:nvPr/>
          </p:nvSpPr>
          <p:spPr>
            <a:xfrm>
              <a:off x="8798821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6" name="Google Shape;26736;p50"/>
            <p:cNvSpPr/>
            <p:nvPr/>
          </p:nvSpPr>
          <p:spPr>
            <a:xfrm>
              <a:off x="313503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7" name="Google Shape;26737;p50"/>
            <p:cNvSpPr/>
            <p:nvPr/>
          </p:nvSpPr>
          <p:spPr>
            <a:xfrm>
              <a:off x="433011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8" name="Google Shape;26738;p50"/>
            <p:cNvSpPr/>
            <p:nvPr/>
          </p:nvSpPr>
          <p:spPr>
            <a:xfrm>
              <a:off x="552519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9" name="Google Shape;26739;p50"/>
            <p:cNvSpPr/>
            <p:nvPr/>
          </p:nvSpPr>
          <p:spPr>
            <a:xfrm>
              <a:off x="672027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0" name="Google Shape;26740;p50"/>
            <p:cNvSpPr/>
            <p:nvPr/>
          </p:nvSpPr>
          <p:spPr>
            <a:xfrm>
              <a:off x="791536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1" name="Google Shape;26741;p50"/>
            <p:cNvSpPr/>
            <p:nvPr/>
          </p:nvSpPr>
          <p:spPr>
            <a:xfrm>
              <a:off x="911044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2" name="Google Shape;26742;p50"/>
            <p:cNvSpPr/>
            <p:nvPr/>
          </p:nvSpPr>
          <p:spPr>
            <a:xfrm>
              <a:off x="1030552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3" name="Google Shape;26743;p50"/>
            <p:cNvSpPr/>
            <p:nvPr/>
          </p:nvSpPr>
          <p:spPr>
            <a:xfrm>
              <a:off x="8201254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4" name="Google Shape;26744;p50"/>
            <p:cNvSpPr/>
            <p:nvPr/>
          </p:nvSpPr>
          <p:spPr>
            <a:xfrm>
              <a:off x="8320767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5" name="Google Shape;26745;p50"/>
            <p:cNvSpPr/>
            <p:nvPr/>
          </p:nvSpPr>
          <p:spPr>
            <a:xfrm>
              <a:off x="8440281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6" name="Google Shape;26746;p50"/>
            <p:cNvSpPr/>
            <p:nvPr/>
          </p:nvSpPr>
          <p:spPr>
            <a:xfrm>
              <a:off x="8559794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7" name="Google Shape;26747;p50"/>
            <p:cNvSpPr/>
            <p:nvPr/>
          </p:nvSpPr>
          <p:spPr>
            <a:xfrm>
              <a:off x="8679308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8" name="Google Shape;26748;p50"/>
            <p:cNvSpPr/>
            <p:nvPr/>
          </p:nvSpPr>
          <p:spPr>
            <a:xfrm>
              <a:off x="8798821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9" name="Google Shape;26749;p50"/>
            <p:cNvSpPr/>
            <p:nvPr/>
          </p:nvSpPr>
          <p:spPr>
            <a:xfrm>
              <a:off x="313503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0" name="Google Shape;26750;p50"/>
            <p:cNvSpPr/>
            <p:nvPr/>
          </p:nvSpPr>
          <p:spPr>
            <a:xfrm>
              <a:off x="433011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1" name="Google Shape;26751;p50"/>
            <p:cNvSpPr/>
            <p:nvPr/>
          </p:nvSpPr>
          <p:spPr>
            <a:xfrm>
              <a:off x="552519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2" name="Google Shape;26752;p50"/>
            <p:cNvSpPr/>
            <p:nvPr/>
          </p:nvSpPr>
          <p:spPr>
            <a:xfrm>
              <a:off x="672027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3" name="Google Shape;26753;p50"/>
            <p:cNvSpPr/>
            <p:nvPr/>
          </p:nvSpPr>
          <p:spPr>
            <a:xfrm>
              <a:off x="791536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4" name="Google Shape;26754;p50"/>
            <p:cNvSpPr/>
            <p:nvPr/>
          </p:nvSpPr>
          <p:spPr>
            <a:xfrm>
              <a:off x="911044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5" name="Google Shape;26755;p50"/>
            <p:cNvSpPr/>
            <p:nvPr/>
          </p:nvSpPr>
          <p:spPr>
            <a:xfrm>
              <a:off x="1030552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6" name="Google Shape;26756;p50"/>
            <p:cNvSpPr/>
            <p:nvPr/>
          </p:nvSpPr>
          <p:spPr>
            <a:xfrm>
              <a:off x="8201254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7" name="Google Shape;26757;p50"/>
            <p:cNvSpPr/>
            <p:nvPr/>
          </p:nvSpPr>
          <p:spPr>
            <a:xfrm>
              <a:off x="8320767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8" name="Google Shape;26758;p50"/>
            <p:cNvSpPr/>
            <p:nvPr/>
          </p:nvSpPr>
          <p:spPr>
            <a:xfrm>
              <a:off x="8440281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9" name="Google Shape;26759;p50"/>
            <p:cNvSpPr/>
            <p:nvPr/>
          </p:nvSpPr>
          <p:spPr>
            <a:xfrm>
              <a:off x="8559794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0" name="Google Shape;26760;p50"/>
            <p:cNvSpPr/>
            <p:nvPr/>
          </p:nvSpPr>
          <p:spPr>
            <a:xfrm>
              <a:off x="8679308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1" name="Google Shape;26761;p50"/>
            <p:cNvSpPr/>
            <p:nvPr/>
          </p:nvSpPr>
          <p:spPr>
            <a:xfrm>
              <a:off x="8798821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2" name="Google Shape;26762;p50"/>
            <p:cNvSpPr/>
            <p:nvPr/>
          </p:nvSpPr>
          <p:spPr>
            <a:xfrm>
              <a:off x="313503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3" name="Google Shape;26763;p50"/>
            <p:cNvSpPr/>
            <p:nvPr/>
          </p:nvSpPr>
          <p:spPr>
            <a:xfrm>
              <a:off x="433011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4" name="Google Shape;26764;p50"/>
            <p:cNvSpPr/>
            <p:nvPr/>
          </p:nvSpPr>
          <p:spPr>
            <a:xfrm>
              <a:off x="552519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5" name="Google Shape;26765;p50"/>
            <p:cNvSpPr/>
            <p:nvPr/>
          </p:nvSpPr>
          <p:spPr>
            <a:xfrm>
              <a:off x="672027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6" name="Google Shape;26766;p50"/>
            <p:cNvSpPr/>
            <p:nvPr/>
          </p:nvSpPr>
          <p:spPr>
            <a:xfrm>
              <a:off x="791536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7" name="Google Shape;26767;p50"/>
            <p:cNvSpPr/>
            <p:nvPr/>
          </p:nvSpPr>
          <p:spPr>
            <a:xfrm>
              <a:off x="911044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8" name="Google Shape;26768;p50"/>
            <p:cNvSpPr/>
            <p:nvPr/>
          </p:nvSpPr>
          <p:spPr>
            <a:xfrm>
              <a:off x="1030552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9" name="Google Shape;26769;p50"/>
            <p:cNvSpPr/>
            <p:nvPr/>
          </p:nvSpPr>
          <p:spPr>
            <a:xfrm>
              <a:off x="8201254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0" name="Google Shape;26770;p50"/>
            <p:cNvSpPr/>
            <p:nvPr/>
          </p:nvSpPr>
          <p:spPr>
            <a:xfrm>
              <a:off x="8320767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1" name="Google Shape;26771;p50"/>
            <p:cNvSpPr/>
            <p:nvPr/>
          </p:nvSpPr>
          <p:spPr>
            <a:xfrm>
              <a:off x="8440281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2" name="Google Shape;26772;p50"/>
            <p:cNvSpPr/>
            <p:nvPr/>
          </p:nvSpPr>
          <p:spPr>
            <a:xfrm>
              <a:off x="8559794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3" name="Google Shape;26773;p50"/>
            <p:cNvSpPr/>
            <p:nvPr/>
          </p:nvSpPr>
          <p:spPr>
            <a:xfrm>
              <a:off x="8679308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4" name="Google Shape;26774;p50"/>
            <p:cNvSpPr/>
            <p:nvPr/>
          </p:nvSpPr>
          <p:spPr>
            <a:xfrm>
              <a:off x="8798821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5" name="Google Shape;26775;p50"/>
            <p:cNvSpPr/>
            <p:nvPr/>
          </p:nvSpPr>
          <p:spPr>
            <a:xfrm>
              <a:off x="313503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6" name="Google Shape;26776;p50"/>
            <p:cNvSpPr/>
            <p:nvPr/>
          </p:nvSpPr>
          <p:spPr>
            <a:xfrm>
              <a:off x="433011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7" name="Google Shape;26777;p50"/>
            <p:cNvSpPr/>
            <p:nvPr/>
          </p:nvSpPr>
          <p:spPr>
            <a:xfrm>
              <a:off x="552519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8" name="Google Shape;26778;p50"/>
            <p:cNvSpPr/>
            <p:nvPr/>
          </p:nvSpPr>
          <p:spPr>
            <a:xfrm>
              <a:off x="672027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9" name="Google Shape;26779;p50"/>
            <p:cNvSpPr/>
            <p:nvPr/>
          </p:nvSpPr>
          <p:spPr>
            <a:xfrm>
              <a:off x="791536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0" name="Google Shape;26780;p50"/>
            <p:cNvSpPr/>
            <p:nvPr/>
          </p:nvSpPr>
          <p:spPr>
            <a:xfrm>
              <a:off x="911044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1" name="Google Shape;26781;p50"/>
            <p:cNvSpPr/>
            <p:nvPr/>
          </p:nvSpPr>
          <p:spPr>
            <a:xfrm>
              <a:off x="1030552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2" name="Google Shape;26782;p50"/>
            <p:cNvSpPr/>
            <p:nvPr/>
          </p:nvSpPr>
          <p:spPr>
            <a:xfrm>
              <a:off x="8201254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3" name="Google Shape;26783;p50"/>
            <p:cNvSpPr/>
            <p:nvPr/>
          </p:nvSpPr>
          <p:spPr>
            <a:xfrm>
              <a:off x="8320767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4" name="Google Shape;26784;p50"/>
            <p:cNvSpPr/>
            <p:nvPr/>
          </p:nvSpPr>
          <p:spPr>
            <a:xfrm>
              <a:off x="8440281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5" name="Google Shape;26785;p50"/>
            <p:cNvSpPr/>
            <p:nvPr/>
          </p:nvSpPr>
          <p:spPr>
            <a:xfrm>
              <a:off x="8559794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6" name="Google Shape;26786;p50"/>
            <p:cNvSpPr/>
            <p:nvPr/>
          </p:nvSpPr>
          <p:spPr>
            <a:xfrm>
              <a:off x="8679308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7" name="Google Shape;26787;p50"/>
            <p:cNvSpPr/>
            <p:nvPr/>
          </p:nvSpPr>
          <p:spPr>
            <a:xfrm>
              <a:off x="8798821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8" name="Google Shape;26788;p50"/>
            <p:cNvSpPr/>
            <p:nvPr/>
          </p:nvSpPr>
          <p:spPr>
            <a:xfrm>
              <a:off x="313503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9" name="Google Shape;26789;p50"/>
            <p:cNvSpPr/>
            <p:nvPr/>
          </p:nvSpPr>
          <p:spPr>
            <a:xfrm>
              <a:off x="433011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0" name="Google Shape;26790;p50"/>
            <p:cNvSpPr/>
            <p:nvPr/>
          </p:nvSpPr>
          <p:spPr>
            <a:xfrm>
              <a:off x="552519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1" name="Google Shape;26791;p50"/>
            <p:cNvSpPr/>
            <p:nvPr/>
          </p:nvSpPr>
          <p:spPr>
            <a:xfrm>
              <a:off x="672027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2" name="Google Shape;26792;p50"/>
            <p:cNvSpPr/>
            <p:nvPr/>
          </p:nvSpPr>
          <p:spPr>
            <a:xfrm>
              <a:off x="791536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3" name="Google Shape;26793;p50"/>
            <p:cNvSpPr/>
            <p:nvPr/>
          </p:nvSpPr>
          <p:spPr>
            <a:xfrm>
              <a:off x="911044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4" name="Google Shape;26794;p50"/>
            <p:cNvSpPr/>
            <p:nvPr/>
          </p:nvSpPr>
          <p:spPr>
            <a:xfrm>
              <a:off x="1030552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5" name="Google Shape;26795;p50"/>
            <p:cNvSpPr/>
            <p:nvPr/>
          </p:nvSpPr>
          <p:spPr>
            <a:xfrm>
              <a:off x="8201254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6" name="Google Shape;26796;p50"/>
            <p:cNvSpPr/>
            <p:nvPr/>
          </p:nvSpPr>
          <p:spPr>
            <a:xfrm>
              <a:off x="8320767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7" name="Google Shape;26797;p50"/>
            <p:cNvSpPr/>
            <p:nvPr/>
          </p:nvSpPr>
          <p:spPr>
            <a:xfrm>
              <a:off x="8440281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8" name="Google Shape;26798;p50"/>
            <p:cNvSpPr/>
            <p:nvPr/>
          </p:nvSpPr>
          <p:spPr>
            <a:xfrm>
              <a:off x="8559794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9" name="Google Shape;26799;p50"/>
            <p:cNvSpPr/>
            <p:nvPr/>
          </p:nvSpPr>
          <p:spPr>
            <a:xfrm>
              <a:off x="8679308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0" name="Google Shape;26800;p50"/>
            <p:cNvSpPr/>
            <p:nvPr/>
          </p:nvSpPr>
          <p:spPr>
            <a:xfrm>
              <a:off x="8798821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1" name="Google Shape;26801;p50"/>
            <p:cNvSpPr/>
            <p:nvPr/>
          </p:nvSpPr>
          <p:spPr>
            <a:xfrm>
              <a:off x="313503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2" name="Google Shape;26802;p50"/>
            <p:cNvSpPr/>
            <p:nvPr/>
          </p:nvSpPr>
          <p:spPr>
            <a:xfrm>
              <a:off x="433011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3" name="Google Shape;26803;p50"/>
            <p:cNvSpPr/>
            <p:nvPr/>
          </p:nvSpPr>
          <p:spPr>
            <a:xfrm>
              <a:off x="552519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4" name="Google Shape;26804;p50"/>
            <p:cNvSpPr/>
            <p:nvPr/>
          </p:nvSpPr>
          <p:spPr>
            <a:xfrm>
              <a:off x="672027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5" name="Google Shape;26805;p50"/>
            <p:cNvSpPr/>
            <p:nvPr/>
          </p:nvSpPr>
          <p:spPr>
            <a:xfrm>
              <a:off x="791536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6" name="Google Shape;26806;p50"/>
            <p:cNvSpPr/>
            <p:nvPr/>
          </p:nvSpPr>
          <p:spPr>
            <a:xfrm>
              <a:off x="911044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7" name="Google Shape;26807;p50"/>
            <p:cNvSpPr/>
            <p:nvPr/>
          </p:nvSpPr>
          <p:spPr>
            <a:xfrm>
              <a:off x="1030552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8" name="Google Shape;26808;p50"/>
            <p:cNvSpPr/>
            <p:nvPr/>
          </p:nvSpPr>
          <p:spPr>
            <a:xfrm>
              <a:off x="8201254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9" name="Google Shape;26809;p50"/>
            <p:cNvSpPr/>
            <p:nvPr/>
          </p:nvSpPr>
          <p:spPr>
            <a:xfrm>
              <a:off x="8320767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0" name="Google Shape;26810;p50"/>
            <p:cNvSpPr/>
            <p:nvPr/>
          </p:nvSpPr>
          <p:spPr>
            <a:xfrm>
              <a:off x="8440281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1" name="Google Shape;26811;p50"/>
            <p:cNvSpPr/>
            <p:nvPr/>
          </p:nvSpPr>
          <p:spPr>
            <a:xfrm>
              <a:off x="8559794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2" name="Google Shape;26812;p50"/>
            <p:cNvSpPr/>
            <p:nvPr/>
          </p:nvSpPr>
          <p:spPr>
            <a:xfrm>
              <a:off x="8679308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3" name="Google Shape;26813;p50"/>
            <p:cNvSpPr/>
            <p:nvPr/>
          </p:nvSpPr>
          <p:spPr>
            <a:xfrm>
              <a:off x="8798821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4" name="Google Shape;26814;p50"/>
            <p:cNvSpPr/>
            <p:nvPr/>
          </p:nvSpPr>
          <p:spPr>
            <a:xfrm>
              <a:off x="313503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5" name="Google Shape;26815;p50"/>
            <p:cNvSpPr/>
            <p:nvPr/>
          </p:nvSpPr>
          <p:spPr>
            <a:xfrm>
              <a:off x="433011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6" name="Google Shape;26816;p50"/>
            <p:cNvSpPr/>
            <p:nvPr/>
          </p:nvSpPr>
          <p:spPr>
            <a:xfrm>
              <a:off x="552519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7" name="Google Shape;26817;p50"/>
            <p:cNvSpPr/>
            <p:nvPr/>
          </p:nvSpPr>
          <p:spPr>
            <a:xfrm>
              <a:off x="672027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8" name="Google Shape;26818;p50"/>
            <p:cNvSpPr/>
            <p:nvPr/>
          </p:nvSpPr>
          <p:spPr>
            <a:xfrm>
              <a:off x="791536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9" name="Google Shape;26819;p50"/>
            <p:cNvSpPr/>
            <p:nvPr/>
          </p:nvSpPr>
          <p:spPr>
            <a:xfrm>
              <a:off x="911044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0" name="Google Shape;26820;p50"/>
            <p:cNvSpPr/>
            <p:nvPr/>
          </p:nvSpPr>
          <p:spPr>
            <a:xfrm>
              <a:off x="1030552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1" name="Google Shape;26821;p50"/>
            <p:cNvSpPr/>
            <p:nvPr/>
          </p:nvSpPr>
          <p:spPr>
            <a:xfrm>
              <a:off x="8201254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2" name="Google Shape;26822;p50"/>
            <p:cNvSpPr/>
            <p:nvPr/>
          </p:nvSpPr>
          <p:spPr>
            <a:xfrm>
              <a:off x="8320767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3" name="Google Shape;26823;p50"/>
            <p:cNvSpPr/>
            <p:nvPr/>
          </p:nvSpPr>
          <p:spPr>
            <a:xfrm>
              <a:off x="8440281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4" name="Google Shape;26824;p50"/>
            <p:cNvSpPr/>
            <p:nvPr/>
          </p:nvSpPr>
          <p:spPr>
            <a:xfrm>
              <a:off x="8559794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5" name="Google Shape;26825;p50"/>
            <p:cNvSpPr/>
            <p:nvPr/>
          </p:nvSpPr>
          <p:spPr>
            <a:xfrm>
              <a:off x="8679308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6" name="Google Shape;26826;p50"/>
            <p:cNvSpPr/>
            <p:nvPr/>
          </p:nvSpPr>
          <p:spPr>
            <a:xfrm>
              <a:off x="8798821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7" name="Google Shape;26827;p50"/>
            <p:cNvSpPr/>
            <p:nvPr/>
          </p:nvSpPr>
          <p:spPr>
            <a:xfrm>
              <a:off x="313503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8" name="Google Shape;26828;p50"/>
            <p:cNvSpPr/>
            <p:nvPr/>
          </p:nvSpPr>
          <p:spPr>
            <a:xfrm>
              <a:off x="433011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9" name="Google Shape;26829;p50"/>
            <p:cNvSpPr/>
            <p:nvPr/>
          </p:nvSpPr>
          <p:spPr>
            <a:xfrm>
              <a:off x="552519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0" name="Google Shape;26830;p50"/>
            <p:cNvSpPr/>
            <p:nvPr/>
          </p:nvSpPr>
          <p:spPr>
            <a:xfrm>
              <a:off x="672027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1" name="Google Shape;26831;p50"/>
            <p:cNvSpPr/>
            <p:nvPr/>
          </p:nvSpPr>
          <p:spPr>
            <a:xfrm>
              <a:off x="791536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2" name="Google Shape;26832;p50"/>
            <p:cNvSpPr/>
            <p:nvPr/>
          </p:nvSpPr>
          <p:spPr>
            <a:xfrm>
              <a:off x="911044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3" name="Google Shape;26833;p50"/>
            <p:cNvSpPr/>
            <p:nvPr/>
          </p:nvSpPr>
          <p:spPr>
            <a:xfrm>
              <a:off x="1030552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4" name="Google Shape;26834;p50"/>
            <p:cNvSpPr/>
            <p:nvPr/>
          </p:nvSpPr>
          <p:spPr>
            <a:xfrm>
              <a:off x="8201254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5" name="Google Shape;26835;p50"/>
            <p:cNvSpPr/>
            <p:nvPr/>
          </p:nvSpPr>
          <p:spPr>
            <a:xfrm>
              <a:off x="8320767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6" name="Google Shape;26836;p50"/>
            <p:cNvSpPr/>
            <p:nvPr/>
          </p:nvSpPr>
          <p:spPr>
            <a:xfrm>
              <a:off x="8440281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7" name="Google Shape;26837;p50"/>
            <p:cNvSpPr/>
            <p:nvPr/>
          </p:nvSpPr>
          <p:spPr>
            <a:xfrm>
              <a:off x="8559794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8" name="Google Shape;26838;p50"/>
            <p:cNvSpPr/>
            <p:nvPr/>
          </p:nvSpPr>
          <p:spPr>
            <a:xfrm>
              <a:off x="8679308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9" name="Google Shape;26839;p50"/>
            <p:cNvSpPr/>
            <p:nvPr/>
          </p:nvSpPr>
          <p:spPr>
            <a:xfrm>
              <a:off x="8798821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0" name="Google Shape;26840;p50"/>
            <p:cNvSpPr/>
            <p:nvPr/>
          </p:nvSpPr>
          <p:spPr>
            <a:xfrm>
              <a:off x="313503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1" name="Google Shape;26841;p50"/>
            <p:cNvSpPr/>
            <p:nvPr/>
          </p:nvSpPr>
          <p:spPr>
            <a:xfrm>
              <a:off x="433011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2" name="Google Shape;26842;p50"/>
            <p:cNvSpPr/>
            <p:nvPr/>
          </p:nvSpPr>
          <p:spPr>
            <a:xfrm>
              <a:off x="552519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3" name="Google Shape;26843;p50"/>
            <p:cNvSpPr/>
            <p:nvPr/>
          </p:nvSpPr>
          <p:spPr>
            <a:xfrm>
              <a:off x="672027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4" name="Google Shape;26844;p50"/>
            <p:cNvSpPr/>
            <p:nvPr/>
          </p:nvSpPr>
          <p:spPr>
            <a:xfrm>
              <a:off x="791536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5" name="Google Shape;26845;p50"/>
            <p:cNvSpPr/>
            <p:nvPr/>
          </p:nvSpPr>
          <p:spPr>
            <a:xfrm>
              <a:off x="911044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6" name="Google Shape;26846;p50"/>
            <p:cNvSpPr/>
            <p:nvPr/>
          </p:nvSpPr>
          <p:spPr>
            <a:xfrm>
              <a:off x="1030552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7" name="Google Shape;26847;p50"/>
            <p:cNvSpPr/>
            <p:nvPr/>
          </p:nvSpPr>
          <p:spPr>
            <a:xfrm>
              <a:off x="8201254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8" name="Google Shape;26848;p50"/>
            <p:cNvSpPr/>
            <p:nvPr/>
          </p:nvSpPr>
          <p:spPr>
            <a:xfrm>
              <a:off x="8320767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9" name="Google Shape;26849;p50"/>
            <p:cNvSpPr/>
            <p:nvPr/>
          </p:nvSpPr>
          <p:spPr>
            <a:xfrm>
              <a:off x="8440281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0" name="Google Shape;26850;p50"/>
            <p:cNvSpPr/>
            <p:nvPr/>
          </p:nvSpPr>
          <p:spPr>
            <a:xfrm>
              <a:off x="8559794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1" name="Google Shape;26851;p50"/>
            <p:cNvSpPr/>
            <p:nvPr/>
          </p:nvSpPr>
          <p:spPr>
            <a:xfrm>
              <a:off x="8679308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2" name="Google Shape;26852;p50"/>
            <p:cNvSpPr/>
            <p:nvPr/>
          </p:nvSpPr>
          <p:spPr>
            <a:xfrm>
              <a:off x="8798821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3" name="Google Shape;26853;p50"/>
            <p:cNvSpPr/>
            <p:nvPr/>
          </p:nvSpPr>
          <p:spPr>
            <a:xfrm>
              <a:off x="313503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4" name="Google Shape;26854;p50"/>
            <p:cNvSpPr/>
            <p:nvPr/>
          </p:nvSpPr>
          <p:spPr>
            <a:xfrm>
              <a:off x="433011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5" name="Google Shape;26855;p50"/>
            <p:cNvSpPr/>
            <p:nvPr/>
          </p:nvSpPr>
          <p:spPr>
            <a:xfrm>
              <a:off x="552519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6" name="Google Shape;26856;p50"/>
            <p:cNvSpPr/>
            <p:nvPr/>
          </p:nvSpPr>
          <p:spPr>
            <a:xfrm>
              <a:off x="672027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7" name="Google Shape;26857;p50"/>
            <p:cNvSpPr/>
            <p:nvPr/>
          </p:nvSpPr>
          <p:spPr>
            <a:xfrm>
              <a:off x="791536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8" name="Google Shape;26858;p50"/>
            <p:cNvSpPr/>
            <p:nvPr/>
          </p:nvSpPr>
          <p:spPr>
            <a:xfrm>
              <a:off x="911044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9" name="Google Shape;26859;p50"/>
            <p:cNvSpPr/>
            <p:nvPr/>
          </p:nvSpPr>
          <p:spPr>
            <a:xfrm>
              <a:off x="1030552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0" name="Google Shape;26860;p50"/>
            <p:cNvSpPr/>
            <p:nvPr/>
          </p:nvSpPr>
          <p:spPr>
            <a:xfrm>
              <a:off x="8201254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1" name="Google Shape;26861;p50"/>
            <p:cNvSpPr/>
            <p:nvPr/>
          </p:nvSpPr>
          <p:spPr>
            <a:xfrm>
              <a:off x="8320767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2" name="Google Shape;26862;p50"/>
            <p:cNvSpPr/>
            <p:nvPr/>
          </p:nvSpPr>
          <p:spPr>
            <a:xfrm>
              <a:off x="8440281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3" name="Google Shape;26863;p50"/>
            <p:cNvSpPr/>
            <p:nvPr/>
          </p:nvSpPr>
          <p:spPr>
            <a:xfrm>
              <a:off x="8559794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4" name="Google Shape;26864;p50"/>
            <p:cNvSpPr/>
            <p:nvPr/>
          </p:nvSpPr>
          <p:spPr>
            <a:xfrm>
              <a:off x="8679308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5" name="Google Shape;26865;p50"/>
            <p:cNvSpPr/>
            <p:nvPr/>
          </p:nvSpPr>
          <p:spPr>
            <a:xfrm>
              <a:off x="8798821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6" name="Google Shape;26866;p50"/>
            <p:cNvSpPr/>
            <p:nvPr/>
          </p:nvSpPr>
          <p:spPr>
            <a:xfrm>
              <a:off x="313503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7" name="Google Shape;26867;p50"/>
            <p:cNvSpPr/>
            <p:nvPr/>
          </p:nvSpPr>
          <p:spPr>
            <a:xfrm>
              <a:off x="433011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8" name="Google Shape;26868;p50"/>
            <p:cNvSpPr/>
            <p:nvPr/>
          </p:nvSpPr>
          <p:spPr>
            <a:xfrm>
              <a:off x="552519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9" name="Google Shape;26869;p50"/>
            <p:cNvSpPr/>
            <p:nvPr/>
          </p:nvSpPr>
          <p:spPr>
            <a:xfrm>
              <a:off x="672027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0" name="Google Shape;26870;p50"/>
            <p:cNvSpPr/>
            <p:nvPr/>
          </p:nvSpPr>
          <p:spPr>
            <a:xfrm>
              <a:off x="791536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1" name="Google Shape;26871;p50"/>
            <p:cNvSpPr/>
            <p:nvPr/>
          </p:nvSpPr>
          <p:spPr>
            <a:xfrm>
              <a:off x="911044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2" name="Google Shape;26872;p50"/>
            <p:cNvSpPr/>
            <p:nvPr/>
          </p:nvSpPr>
          <p:spPr>
            <a:xfrm>
              <a:off x="1030552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3" name="Google Shape;26873;p50"/>
            <p:cNvSpPr/>
            <p:nvPr/>
          </p:nvSpPr>
          <p:spPr>
            <a:xfrm>
              <a:off x="8201254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4" name="Google Shape;26874;p50"/>
            <p:cNvSpPr/>
            <p:nvPr/>
          </p:nvSpPr>
          <p:spPr>
            <a:xfrm>
              <a:off x="8320767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5" name="Google Shape;26875;p50"/>
            <p:cNvSpPr/>
            <p:nvPr/>
          </p:nvSpPr>
          <p:spPr>
            <a:xfrm>
              <a:off x="8440281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6" name="Google Shape;26876;p50"/>
            <p:cNvSpPr/>
            <p:nvPr/>
          </p:nvSpPr>
          <p:spPr>
            <a:xfrm>
              <a:off x="8559794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7" name="Google Shape;26877;p50"/>
            <p:cNvSpPr/>
            <p:nvPr/>
          </p:nvSpPr>
          <p:spPr>
            <a:xfrm>
              <a:off x="8679308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8" name="Google Shape;26878;p50"/>
            <p:cNvSpPr/>
            <p:nvPr/>
          </p:nvSpPr>
          <p:spPr>
            <a:xfrm>
              <a:off x="8798821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9" name="Google Shape;26879;p50"/>
            <p:cNvSpPr/>
            <p:nvPr/>
          </p:nvSpPr>
          <p:spPr>
            <a:xfrm>
              <a:off x="313503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0" name="Google Shape;26880;p50"/>
            <p:cNvSpPr/>
            <p:nvPr/>
          </p:nvSpPr>
          <p:spPr>
            <a:xfrm>
              <a:off x="433011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1" name="Google Shape;26881;p50"/>
            <p:cNvSpPr/>
            <p:nvPr/>
          </p:nvSpPr>
          <p:spPr>
            <a:xfrm>
              <a:off x="552519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2" name="Google Shape;26882;p50"/>
            <p:cNvSpPr/>
            <p:nvPr/>
          </p:nvSpPr>
          <p:spPr>
            <a:xfrm>
              <a:off x="672027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3" name="Google Shape;26883;p50"/>
            <p:cNvSpPr/>
            <p:nvPr/>
          </p:nvSpPr>
          <p:spPr>
            <a:xfrm>
              <a:off x="791536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4" name="Google Shape;26884;p50"/>
            <p:cNvSpPr/>
            <p:nvPr/>
          </p:nvSpPr>
          <p:spPr>
            <a:xfrm>
              <a:off x="911044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5" name="Google Shape;26885;p50"/>
            <p:cNvSpPr/>
            <p:nvPr/>
          </p:nvSpPr>
          <p:spPr>
            <a:xfrm>
              <a:off x="1030552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6" name="Google Shape;26886;p50"/>
            <p:cNvSpPr/>
            <p:nvPr/>
          </p:nvSpPr>
          <p:spPr>
            <a:xfrm>
              <a:off x="8201254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7" name="Google Shape;26887;p50"/>
            <p:cNvSpPr/>
            <p:nvPr/>
          </p:nvSpPr>
          <p:spPr>
            <a:xfrm>
              <a:off x="8320767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8" name="Google Shape;26888;p50"/>
            <p:cNvSpPr/>
            <p:nvPr/>
          </p:nvSpPr>
          <p:spPr>
            <a:xfrm>
              <a:off x="8440281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9" name="Google Shape;26889;p50"/>
            <p:cNvSpPr/>
            <p:nvPr/>
          </p:nvSpPr>
          <p:spPr>
            <a:xfrm>
              <a:off x="8559794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0" name="Google Shape;26890;p50"/>
            <p:cNvSpPr/>
            <p:nvPr/>
          </p:nvSpPr>
          <p:spPr>
            <a:xfrm>
              <a:off x="8679308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1" name="Google Shape;26891;p50"/>
            <p:cNvSpPr/>
            <p:nvPr/>
          </p:nvSpPr>
          <p:spPr>
            <a:xfrm>
              <a:off x="8798821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2" name="Google Shape;26892;p50"/>
            <p:cNvSpPr/>
            <p:nvPr/>
          </p:nvSpPr>
          <p:spPr>
            <a:xfrm>
              <a:off x="313503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3" name="Google Shape;26893;p50"/>
            <p:cNvSpPr/>
            <p:nvPr/>
          </p:nvSpPr>
          <p:spPr>
            <a:xfrm>
              <a:off x="433011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4" name="Google Shape;26894;p50"/>
            <p:cNvSpPr/>
            <p:nvPr/>
          </p:nvSpPr>
          <p:spPr>
            <a:xfrm>
              <a:off x="552519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5" name="Google Shape;26895;p50"/>
            <p:cNvSpPr/>
            <p:nvPr/>
          </p:nvSpPr>
          <p:spPr>
            <a:xfrm>
              <a:off x="672027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6" name="Google Shape;26896;p50"/>
            <p:cNvSpPr/>
            <p:nvPr/>
          </p:nvSpPr>
          <p:spPr>
            <a:xfrm>
              <a:off x="791536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7" name="Google Shape;26897;p50"/>
            <p:cNvSpPr/>
            <p:nvPr/>
          </p:nvSpPr>
          <p:spPr>
            <a:xfrm>
              <a:off x="911044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8" name="Google Shape;26898;p50"/>
            <p:cNvSpPr/>
            <p:nvPr/>
          </p:nvSpPr>
          <p:spPr>
            <a:xfrm>
              <a:off x="1030552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9" name="Google Shape;26899;p50"/>
            <p:cNvSpPr/>
            <p:nvPr/>
          </p:nvSpPr>
          <p:spPr>
            <a:xfrm>
              <a:off x="8201254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0" name="Google Shape;26900;p50"/>
            <p:cNvSpPr/>
            <p:nvPr/>
          </p:nvSpPr>
          <p:spPr>
            <a:xfrm>
              <a:off x="8320767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1" name="Google Shape;26901;p50"/>
            <p:cNvSpPr/>
            <p:nvPr/>
          </p:nvSpPr>
          <p:spPr>
            <a:xfrm>
              <a:off x="8440281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2" name="Google Shape;26902;p50"/>
            <p:cNvSpPr/>
            <p:nvPr/>
          </p:nvSpPr>
          <p:spPr>
            <a:xfrm>
              <a:off x="8559794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3" name="Google Shape;26903;p50"/>
            <p:cNvSpPr/>
            <p:nvPr/>
          </p:nvSpPr>
          <p:spPr>
            <a:xfrm>
              <a:off x="8679308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4" name="Google Shape;26904;p50"/>
            <p:cNvSpPr/>
            <p:nvPr/>
          </p:nvSpPr>
          <p:spPr>
            <a:xfrm>
              <a:off x="8798821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5" name="Google Shape;26905;p50"/>
            <p:cNvSpPr/>
            <p:nvPr/>
          </p:nvSpPr>
          <p:spPr>
            <a:xfrm>
              <a:off x="313503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6" name="Google Shape;26906;p50"/>
            <p:cNvSpPr/>
            <p:nvPr/>
          </p:nvSpPr>
          <p:spPr>
            <a:xfrm>
              <a:off x="433011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7" name="Google Shape;26907;p50"/>
            <p:cNvSpPr/>
            <p:nvPr/>
          </p:nvSpPr>
          <p:spPr>
            <a:xfrm>
              <a:off x="552519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8" name="Google Shape;26908;p50"/>
            <p:cNvSpPr/>
            <p:nvPr/>
          </p:nvSpPr>
          <p:spPr>
            <a:xfrm>
              <a:off x="672027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9" name="Google Shape;26909;p50"/>
            <p:cNvSpPr/>
            <p:nvPr/>
          </p:nvSpPr>
          <p:spPr>
            <a:xfrm>
              <a:off x="791536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0" name="Google Shape;26910;p50"/>
            <p:cNvSpPr/>
            <p:nvPr/>
          </p:nvSpPr>
          <p:spPr>
            <a:xfrm>
              <a:off x="911044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1" name="Google Shape;26911;p50"/>
            <p:cNvSpPr/>
            <p:nvPr/>
          </p:nvSpPr>
          <p:spPr>
            <a:xfrm>
              <a:off x="1030552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2" name="Google Shape;26912;p50"/>
            <p:cNvSpPr/>
            <p:nvPr/>
          </p:nvSpPr>
          <p:spPr>
            <a:xfrm>
              <a:off x="8201254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3" name="Google Shape;26913;p50"/>
            <p:cNvSpPr/>
            <p:nvPr/>
          </p:nvSpPr>
          <p:spPr>
            <a:xfrm>
              <a:off x="8320767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4" name="Google Shape;26914;p50"/>
            <p:cNvSpPr/>
            <p:nvPr/>
          </p:nvSpPr>
          <p:spPr>
            <a:xfrm>
              <a:off x="8440281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5" name="Google Shape;26915;p50"/>
            <p:cNvSpPr/>
            <p:nvPr/>
          </p:nvSpPr>
          <p:spPr>
            <a:xfrm>
              <a:off x="8559794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6" name="Google Shape;26916;p50"/>
            <p:cNvSpPr/>
            <p:nvPr/>
          </p:nvSpPr>
          <p:spPr>
            <a:xfrm>
              <a:off x="8679308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7" name="Google Shape;26917;p50"/>
            <p:cNvSpPr/>
            <p:nvPr/>
          </p:nvSpPr>
          <p:spPr>
            <a:xfrm>
              <a:off x="8798821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8" name="Google Shape;26918;p50"/>
            <p:cNvSpPr/>
            <p:nvPr/>
          </p:nvSpPr>
          <p:spPr>
            <a:xfrm>
              <a:off x="313503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9" name="Google Shape;26919;p50"/>
            <p:cNvSpPr/>
            <p:nvPr/>
          </p:nvSpPr>
          <p:spPr>
            <a:xfrm>
              <a:off x="433011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0" name="Google Shape;26920;p50"/>
            <p:cNvSpPr/>
            <p:nvPr/>
          </p:nvSpPr>
          <p:spPr>
            <a:xfrm>
              <a:off x="552519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1" name="Google Shape;26921;p50"/>
            <p:cNvSpPr/>
            <p:nvPr/>
          </p:nvSpPr>
          <p:spPr>
            <a:xfrm>
              <a:off x="672027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2" name="Google Shape;26922;p50"/>
            <p:cNvSpPr/>
            <p:nvPr/>
          </p:nvSpPr>
          <p:spPr>
            <a:xfrm>
              <a:off x="791536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3" name="Google Shape;26923;p50"/>
            <p:cNvSpPr/>
            <p:nvPr/>
          </p:nvSpPr>
          <p:spPr>
            <a:xfrm>
              <a:off x="911044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4" name="Google Shape;26924;p50"/>
            <p:cNvSpPr/>
            <p:nvPr/>
          </p:nvSpPr>
          <p:spPr>
            <a:xfrm>
              <a:off x="1030552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5" name="Google Shape;26925;p50"/>
            <p:cNvSpPr/>
            <p:nvPr/>
          </p:nvSpPr>
          <p:spPr>
            <a:xfrm>
              <a:off x="8201254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6" name="Google Shape;26926;p50"/>
            <p:cNvSpPr/>
            <p:nvPr/>
          </p:nvSpPr>
          <p:spPr>
            <a:xfrm>
              <a:off x="8320767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7" name="Google Shape;26927;p50"/>
            <p:cNvSpPr/>
            <p:nvPr/>
          </p:nvSpPr>
          <p:spPr>
            <a:xfrm>
              <a:off x="8440281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8" name="Google Shape;26928;p50"/>
            <p:cNvSpPr/>
            <p:nvPr/>
          </p:nvSpPr>
          <p:spPr>
            <a:xfrm>
              <a:off x="8559794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9" name="Google Shape;26929;p50"/>
            <p:cNvSpPr/>
            <p:nvPr/>
          </p:nvSpPr>
          <p:spPr>
            <a:xfrm>
              <a:off x="8679308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0" name="Google Shape;26930;p50"/>
            <p:cNvSpPr/>
            <p:nvPr/>
          </p:nvSpPr>
          <p:spPr>
            <a:xfrm>
              <a:off x="8798821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1" name="Google Shape;26931;p50"/>
            <p:cNvSpPr/>
            <p:nvPr/>
          </p:nvSpPr>
          <p:spPr>
            <a:xfrm>
              <a:off x="313503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2" name="Google Shape;26932;p50"/>
            <p:cNvSpPr/>
            <p:nvPr/>
          </p:nvSpPr>
          <p:spPr>
            <a:xfrm>
              <a:off x="433011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3" name="Google Shape;26933;p50"/>
            <p:cNvSpPr/>
            <p:nvPr/>
          </p:nvSpPr>
          <p:spPr>
            <a:xfrm>
              <a:off x="552519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4" name="Google Shape;26934;p50"/>
            <p:cNvSpPr/>
            <p:nvPr/>
          </p:nvSpPr>
          <p:spPr>
            <a:xfrm>
              <a:off x="672027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5" name="Google Shape;26935;p50"/>
            <p:cNvSpPr/>
            <p:nvPr/>
          </p:nvSpPr>
          <p:spPr>
            <a:xfrm>
              <a:off x="791536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6" name="Google Shape;26936;p50"/>
            <p:cNvSpPr/>
            <p:nvPr/>
          </p:nvSpPr>
          <p:spPr>
            <a:xfrm>
              <a:off x="911044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7" name="Google Shape;26937;p50"/>
            <p:cNvSpPr/>
            <p:nvPr/>
          </p:nvSpPr>
          <p:spPr>
            <a:xfrm>
              <a:off x="1030552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8" name="Google Shape;26938;p50"/>
            <p:cNvSpPr/>
            <p:nvPr/>
          </p:nvSpPr>
          <p:spPr>
            <a:xfrm>
              <a:off x="8201254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9" name="Google Shape;26939;p50"/>
            <p:cNvSpPr/>
            <p:nvPr/>
          </p:nvSpPr>
          <p:spPr>
            <a:xfrm>
              <a:off x="8320767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0" name="Google Shape;26940;p50"/>
            <p:cNvSpPr/>
            <p:nvPr/>
          </p:nvSpPr>
          <p:spPr>
            <a:xfrm>
              <a:off x="8440281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1" name="Google Shape;26941;p50"/>
            <p:cNvSpPr/>
            <p:nvPr/>
          </p:nvSpPr>
          <p:spPr>
            <a:xfrm>
              <a:off x="8559794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2" name="Google Shape;26942;p50"/>
            <p:cNvSpPr/>
            <p:nvPr/>
          </p:nvSpPr>
          <p:spPr>
            <a:xfrm>
              <a:off x="8679308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3" name="Google Shape;26943;p50"/>
            <p:cNvSpPr/>
            <p:nvPr/>
          </p:nvSpPr>
          <p:spPr>
            <a:xfrm>
              <a:off x="8798821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4" name="Google Shape;26944;p50"/>
            <p:cNvSpPr/>
            <p:nvPr/>
          </p:nvSpPr>
          <p:spPr>
            <a:xfrm>
              <a:off x="313503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5" name="Google Shape;26945;p50"/>
            <p:cNvSpPr/>
            <p:nvPr/>
          </p:nvSpPr>
          <p:spPr>
            <a:xfrm>
              <a:off x="433011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6" name="Google Shape;26946;p50"/>
            <p:cNvSpPr/>
            <p:nvPr/>
          </p:nvSpPr>
          <p:spPr>
            <a:xfrm>
              <a:off x="552519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7" name="Google Shape;26947;p50"/>
            <p:cNvSpPr/>
            <p:nvPr/>
          </p:nvSpPr>
          <p:spPr>
            <a:xfrm>
              <a:off x="672027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8" name="Google Shape;26948;p50"/>
            <p:cNvSpPr/>
            <p:nvPr/>
          </p:nvSpPr>
          <p:spPr>
            <a:xfrm>
              <a:off x="791536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9" name="Google Shape;26949;p50"/>
            <p:cNvSpPr/>
            <p:nvPr/>
          </p:nvSpPr>
          <p:spPr>
            <a:xfrm>
              <a:off x="911044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0" name="Google Shape;26950;p50"/>
            <p:cNvSpPr/>
            <p:nvPr/>
          </p:nvSpPr>
          <p:spPr>
            <a:xfrm>
              <a:off x="1030552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1" name="Google Shape;26951;p50"/>
            <p:cNvSpPr/>
            <p:nvPr/>
          </p:nvSpPr>
          <p:spPr>
            <a:xfrm>
              <a:off x="8201254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2" name="Google Shape;26952;p50"/>
            <p:cNvSpPr/>
            <p:nvPr/>
          </p:nvSpPr>
          <p:spPr>
            <a:xfrm>
              <a:off x="8320767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3" name="Google Shape;26953;p50"/>
            <p:cNvSpPr/>
            <p:nvPr/>
          </p:nvSpPr>
          <p:spPr>
            <a:xfrm>
              <a:off x="8440281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4" name="Google Shape;26954;p50"/>
            <p:cNvSpPr/>
            <p:nvPr/>
          </p:nvSpPr>
          <p:spPr>
            <a:xfrm>
              <a:off x="8559794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5" name="Google Shape;26955;p50"/>
            <p:cNvSpPr/>
            <p:nvPr/>
          </p:nvSpPr>
          <p:spPr>
            <a:xfrm>
              <a:off x="8679308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6" name="Google Shape;26956;p50"/>
            <p:cNvSpPr/>
            <p:nvPr/>
          </p:nvSpPr>
          <p:spPr>
            <a:xfrm>
              <a:off x="8798821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57" name="Google Shape;26957;p50"/>
          <p:cNvSpPr txBox="1">
            <a:spLocks noGrp="1"/>
          </p:cNvSpPr>
          <p:nvPr>
            <p:ph type="ctrTitle"/>
          </p:nvPr>
        </p:nvSpPr>
        <p:spPr>
          <a:xfrm>
            <a:off x="1159727" y="1595864"/>
            <a:ext cx="6934963" cy="1738800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/>
          <a:p>
            <a:pPr lvl="0"/>
            <a:r>
              <a:rPr lang="en-GB" sz="2400" i="1" dirty="0">
                <a:solidFill>
                  <a:schemeClr val="bg2"/>
                </a:solidFill>
              </a:rPr>
              <a:t>A Comparative Analysis of Usability and Engagement in Static and Animated Dashboard Interfaces</a:t>
            </a:r>
            <a:endParaRPr sz="2400" dirty="0">
              <a:solidFill>
                <a:schemeClr val="bg2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6958" name="Google Shape;26958;p50"/>
          <p:cNvSpPr txBox="1">
            <a:spLocks noGrp="1"/>
          </p:cNvSpPr>
          <p:nvPr>
            <p:ph type="subTitle" idx="1"/>
          </p:nvPr>
        </p:nvSpPr>
        <p:spPr>
          <a:xfrm>
            <a:off x="2392500" y="3018410"/>
            <a:ext cx="4359000" cy="4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Mariah Buhagiar CCD6.3A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6959" name="Google Shape;26959;p50"/>
          <p:cNvSpPr txBox="1">
            <a:spLocks noGrp="1"/>
          </p:cNvSpPr>
          <p:nvPr>
            <p:ph type="subTitle" idx="1"/>
          </p:nvPr>
        </p:nvSpPr>
        <p:spPr>
          <a:xfrm>
            <a:off x="7916271" y="153125"/>
            <a:ext cx="951000" cy="183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Research Design</a:t>
            </a:r>
            <a:endParaRPr sz="900" dirty="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6960" name="Google Shape;26960;p50"/>
          <p:cNvCxnSpPr>
            <a:stCxn id="26959" idx="1"/>
          </p:cNvCxnSpPr>
          <p:nvPr/>
        </p:nvCxnSpPr>
        <p:spPr>
          <a:xfrm rot="10800000">
            <a:off x="362271" y="244625"/>
            <a:ext cx="7554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961" name="Google Shape;26961;p50"/>
          <p:cNvGrpSpPr/>
          <p:nvPr/>
        </p:nvGrpSpPr>
        <p:grpSpPr>
          <a:xfrm>
            <a:off x="8320098" y="4866112"/>
            <a:ext cx="510133" cy="78484"/>
            <a:chOff x="3521300" y="154525"/>
            <a:chExt cx="1256175" cy="193500"/>
          </a:xfrm>
        </p:grpSpPr>
        <p:sp>
          <p:nvSpPr>
            <p:cNvPr id="26962" name="Google Shape;26962;p50"/>
            <p:cNvSpPr/>
            <p:nvPr/>
          </p:nvSpPr>
          <p:spPr>
            <a:xfrm>
              <a:off x="3521300" y="154525"/>
              <a:ext cx="193500" cy="19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3" name="Google Shape;26963;p50"/>
            <p:cNvSpPr/>
            <p:nvPr/>
          </p:nvSpPr>
          <p:spPr>
            <a:xfrm>
              <a:off x="3875525" y="154525"/>
              <a:ext cx="193500" cy="19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4" name="Google Shape;26964;p50"/>
            <p:cNvSpPr/>
            <p:nvPr/>
          </p:nvSpPr>
          <p:spPr>
            <a:xfrm>
              <a:off x="4229750" y="154525"/>
              <a:ext cx="193500" cy="193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5" name="Google Shape;26965;p50"/>
            <p:cNvSpPr/>
            <p:nvPr/>
          </p:nvSpPr>
          <p:spPr>
            <a:xfrm>
              <a:off x="4583975" y="154525"/>
              <a:ext cx="193500" cy="193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6958;p50">
            <a:extLst>
              <a:ext uri="{FF2B5EF4-FFF2-40B4-BE49-F238E27FC236}">
                <a16:creationId xmlns:a16="http://schemas.microsoft.com/office/drawing/2014/main" id="{BEEA21E5-5758-C8E9-8C3F-36B653A61DB6}"/>
              </a:ext>
            </a:extLst>
          </p:cNvPr>
          <p:cNvSpPr txBox="1">
            <a:spLocks/>
          </p:cNvSpPr>
          <p:nvPr/>
        </p:nvSpPr>
        <p:spPr>
          <a:xfrm>
            <a:off x="2392500" y="3427910"/>
            <a:ext cx="4359000" cy="15534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GB" sz="1200" dirty="0"/>
              <a:t>Mentor: Kassandra Calleja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12" name="Google Shape;27712;p62"/>
          <p:cNvSpPr txBox="1">
            <a:spLocks noGrp="1"/>
          </p:cNvSpPr>
          <p:nvPr>
            <p:ph type="title"/>
          </p:nvPr>
        </p:nvSpPr>
        <p:spPr>
          <a:xfrm>
            <a:off x="1055700" y="2903412"/>
            <a:ext cx="3813000" cy="889800"/>
          </a:xfrm>
          <a:prstGeom prst="rect">
            <a:avLst/>
          </a:prstGeom>
        </p:spPr>
        <p:txBody>
          <a:bodyPr spcFirstLastPara="1" wrap="square" lIns="91425" tIns="64000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Aims &amp; Objectives</a:t>
            </a:r>
            <a:endParaRPr dirty="0"/>
          </a:p>
        </p:txBody>
      </p:sp>
      <p:sp>
        <p:nvSpPr>
          <p:cNvPr id="27713" name="Google Shape;27713;p62"/>
          <p:cNvSpPr txBox="1">
            <a:spLocks noGrp="1"/>
          </p:cNvSpPr>
          <p:nvPr>
            <p:ph type="title" idx="2"/>
          </p:nvPr>
        </p:nvSpPr>
        <p:spPr>
          <a:xfrm>
            <a:off x="3222900" y="1405752"/>
            <a:ext cx="1645800" cy="1097400"/>
          </a:xfrm>
          <a:prstGeom prst="rect">
            <a:avLst/>
          </a:prstGeom>
        </p:spPr>
        <p:txBody>
          <a:bodyPr spcFirstLastPara="1" wrap="square" lIns="91425" tIns="64000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01" name="Google Shape;27001;p53"/>
          <p:cNvSpPr txBox="1">
            <a:spLocks noGrp="1"/>
          </p:cNvSpPr>
          <p:nvPr>
            <p:ph type="title" idx="13"/>
          </p:nvPr>
        </p:nvSpPr>
        <p:spPr>
          <a:xfrm>
            <a:off x="720025" y="368725"/>
            <a:ext cx="7704000" cy="576000"/>
          </a:xfrm>
          <a:prstGeom prst="rect">
            <a:avLst/>
          </a:prstGeom>
          <a:noFill/>
        </p:spPr>
        <p:txBody>
          <a:bodyPr spcFirstLastPara="1" wrap="square" lIns="91425" tIns="640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Aims &amp; Objectives</a:t>
            </a:r>
            <a:endParaRPr dirty="0"/>
          </a:p>
        </p:txBody>
      </p:sp>
      <p:sp>
        <p:nvSpPr>
          <p:cNvPr id="27003" name="Google Shape;27003;p53"/>
          <p:cNvSpPr txBox="1">
            <a:spLocks noGrp="1"/>
          </p:cNvSpPr>
          <p:nvPr>
            <p:ph type="title"/>
          </p:nvPr>
        </p:nvSpPr>
        <p:spPr>
          <a:xfrm>
            <a:off x="641401" y="1981818"/>
            <a:ext cx="23016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</a:t>
            </a:r>
            <a:endParaRPr dirty="0"/>
          </a:p>
        </p:txBody>
      </p:sp>
      <p:sp>
        <p:nvSpPr>
          <p:cNvPr id="27004" name="Google Shape;27004;p53"/>
          <p:cNvSpPr txBox="1">
            <a:spLocks noGrp="1"/>
          </p:cNvSpPr>
          <p:nvPr>
            <p:ph type="subTitle" idx="1"/>
          </p:nvPr>
        </p:nvSpPr>
        <p:spPr>
          <a:xfrm>
            <a:off x="641401" y="2433315"/>
            <a:ext cx="2301600" cy="109312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GB" dirty="0"/>
              <a:t>Dashboards present complex data, but the way they use animation can affect how easily users understand and interact with the information.</a:t>
            </a:r>
            <a:endParaRPr dirty="0"/>
          </a:p>
        </p:txBody>
      </p:sp>
      <p:sp>
        <p:nvSpPr>
          <p:cNvPr id="27008" name="Google Shape;27008;p53"/>
          <p:cNvSpPr txBox="1">
            <a:spLocks noGrp="1"/>
          </p:cNvSpPr>
          <p:nvPr>
            <p:ph type="title" idx="6"/>
          </p:nvPr>
        </p:nvSpPr>
        <p:spPr>
          <a:xfrm>
            <a:off x="3342676" y="2827352"/>
            <a:ext cx="23016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Gap</a:t>
            </a:r>
            <a:endParaRPr dirty="0"/>
          </a:p>
        </p:txBody>
      </p:sp>
      <p:sp>
        <p:nvSpPr>
          <p:cNvPr id="27009" name="Google Shape;27009;p53"/>
          <p:cNvSpPr txBox="1">
            <a:spLocks noGrp="1"/>
          </p:cNvSpPr>
          <p:nvPr>
            <p:ph type="subTitle" idx="7"/>
          </p:nvPr>
        </p:nvSpPr>
        <p:spPr>
          <a:xfrm>
            <a:off x="3219300" y="3275975"/>
            <a:ext cx="2548351" cy="109312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GB" dirty="0"/>
              <a:t>Existing research discusses dashboard design and animation separately, but there is limited focus on comparing dashboards in this context.</a:t>
            </a:r>
            <a:endParaRPr dirty="0"/>
          </a:p>
        </p:txBody>
      </p:sp>
      <p:sp>
        <p:nvSpPr>
          <p:cNvPr id="27010" name="Google Shape;27010;p53"/>
          <p:cNvSpPr txBox="1">
            <a:spLocks noGrp="1"/>
          </p:cNvSpPr>
          <p:nvPr>
            <p:ph type="title" idx="8"/>
          </p:nvPr>
        </p:nvSpPr>
        <p:spPr>
          <a:xfrm>
            <a:off x="6004008" y="1981818"/>
            <a:ext cx="23016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Aim</a:t>
            </a:r>
            <a:endParaRPr dirty="0"/>
          </a:p>
        </p:txBody>
      </p:sp>
      <p:sp>
        <p:nvSpPr>
          <p:cNvPr id="27011" name="Google Shape;27011;p53"/>
          <p:cNvSpPr txBox="1">
            <a:spLocks noGrp="1"/>
          </p:cNvSpPr>
          <p:nvPr>
            <p:ph type="subTitle" idx="9"/>
          </p:nvPr>
        </p:nvSpPr>
        <p:spPr>
          <a:xfrm>
            <a:off x="5875675" y="2439017"/>
            <a:ext cx="2548350" cy="109312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GB" dirty="0"/>
              <a:t>This study aims to explore how animation influences users’ perceived usability and engagement when interacting with dashboard interfaces.</a:t>
            </a:r>
            <a:endParaRPr dirty="0"/>
          </a:p>
        </p:txBody>
      </p:sp>
      <p:grpSp>
        <p:nvGrpSpPr>
          <p:cNvPr id="27012" name="Google Shape;27012;p53"/>
          <p:cNvGrpSpPr/>
          <p:nvPr/>
        </p:nvGrpSpPr>
        <p:grpSpPr>
          <a:xfrm>
            <a:off x="8320098" y="4866112"/>
            <a:ext cx="510133" cy="78484"/>
            <a:chOff x="3521300" y="154525"/>
            <a:chExt cx="1256175" cy="193500"/>
          </a:xfrm>
        </p:grpSpPr>
        <p:sp>
          <p:nvSpPr>
            <p:cNvPr id="27013" name="Google Shape;27013;p53"/>
            <p:cNvSpPr/>
            <p:nvPr/>
          </p:nvSpPr>
          <p:spPr>
            <a:xfrm>
              <a:off x="3521300" y="154525"/>
              <a:ext cx="193500" cy="19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4" name="Google Shape;27014;p53"/>
            <p:cNvSpPr/>
            <p:nvPr/>
          </p:nvSpPr>
          <p:spPr>
            <a:xfrm>
              <a:off x="3875525" y="154525"/>
              <a:ext cx="193500" cy="19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5" name="Google Shape;27015;p53"/>
            <p:cNvSpPr/>
            <p:nvPr/>
          </p:nvSpPr>
          <p:spPr>
            <a:xfrm>
              <a:off x="4229750" y="154525"/>
              <a:ext cx="193500" cy="193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6" name="Google Shape;27016;p53"/>
            <p:cNvSpPr/>
            <p:nvPr/>
          </p:nvSpPr>
          <p:spPr>
            <a:xfrm>
              <a:off x="4583975" y="154525"/>
              <a:ext cx="193500" cy="193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19" name="Google Shape;27019;p53"/>
          <p:cNvSpPr txBox="1">
            <a:spLocks noGrp="1"/>
          </p:cNvSpPr>
          <p:nvPr>
            <p:ph type="title" idx="16"/>
          </p:nvPr>
        </p:nvSpPr>
        <p:spPr>
          <a:xfrm>
            <a:off x="6004021" y="1500030"/>
            <a:ext cx="2301600" cy="670500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7020" name="Google Shape;27020;p53"/>
          <p:cNvSpPr txBox="1">
            <a:spLocks noGrp="1"/>
          </p:cNvSpPr>
          <p:nvPr>
            <p:ph type="title" idx="17"/>
          </p:nvPr>
        </p:nvSpPr>
        <p:spPr>
          <a:xfrm>
            <a:off x="3342682" y="2345564"/>
            <a:ext cx="2301600" cy="670500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7021" name="Google Shape;27021;p53"/>
          <p:cNvSpPr txBox="1">
            <a:spLocks noGrp="1"/>
          </p:cNvSpPr>
          <p:nvPr>
            <p:ph type="title" idx="18"/>
          </p:nvPr>
        </p:nvSpPr>
        <p:spPr>
          <a:xfrm>
            <a:off x="641426" y="1500030"/>
            <a:ext cx="2301600" cy="670500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86" name="Google Shape;27686;p60"/>
          <p:cNvSpPr txBox="1">
            <a:spLocks noGrp="1"/>
          </p:cNvSpPr>
          <p:nvPr>
            <p:ph type="title"/>
          </p:nvPr>
        </p:nvSpPr>
        <p:spPr>
          <a:xfrm>
            <a:off x="720100" y="368725"/>
            <a:ext cx="7704000" cy="576000"/>
          </a:xfrm>
          <a:prstGeom prst="rect">
            <a:avLst/>
          </a:prstGeom>
        </p:spPr>
        <p:txBody>
          <a:bodyPr spcFirstLastPara="1" wrap="square" lIns="91425" tIns="640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Aims &amp; Objectives</a:t>
            </a:r>
            <a:endParaRPr dirty="0"/>
          </a:p>
        </p:txBody>
      </p:sp>
      <p:sp>
        <p:nvSpPr>
          <p:cNvPr id="27687" name="Google Shape;27687;p60"/>
          <p:cNvSpPr txBox="1">
            <a:spLocks noGrp="1"/>
          </p:cNvSpPr>
          <p:nvPr>
            <p:ph type="subTitle" idx="4294967295"/>
          </p:nvPr>
        </p:nvSpPr>
        <p:spPr>
          <a:xfrm>
            <a:off x="1040988" y="2018600"/>
            <a:ext cx="2628900" cy="10505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GB" dirty="0"/>
              <a:t>Animation in dashboards enhances visual interest but interferes with focus during analytical tasks.</a:t>
            </a:r>
            <a:endParaRPr dirty="0"/>
          </a:p>
        </p:txBody>
      </p:sp>
      <p:sp>
        <p:nvSpPr>
          <p:cNvPr id="27688" name="Google Shape;27688;p60"/>
          <p:cNvSpPr txBox="1">
            <a:spLocks noGrp="1"/>
          </p:cNvSpPr>
          <p:nvPr>
            <p:ph type="subTitle" idx="4294967295"/>
          </p:nvPr>
        </p:nvSpPr>
        <p:spPr>
          <a:xfrm>
            <a:off x="5147573" y="2871483"/>
            <a:ext cx="2628900" cy="7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GB" dirty="0"/>
              <a:t>How do static and animated dashboard interfaces differ in terms of user engagement? </a:t>
            </a:r>
            <a:endParaRPr dirty="0"/>
          </a:p>
        </p:txBody>
      </p:sp>
      <p:sp>
        <p:nvSpPr>
          <p:cNvPr id="27689" name="Google Shape;27689;p60"/>
          <p:cNvSpPr txBox="1">
            <a:spLocks noGrp="1"/>
          </p:cNvSpPr>
          <p:nvPr>
            <p:ph type="subTitle" idx="4294967295"/>
          </p:nvPr>
        </p:nvSpPr>
        <p:spPr>
          <a:xfrm>
            <a:off x="5147447" y="3722533"/>
            <a:ext cx="2628900" cy="7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GB" dirty="0"/>
              <a:t>To what extent does animation improve or hinder the overall user experience of dashboard interfaces?</a:t>
            </a:r>
            <a:endParaRPr dirty="0"/>
          </a:p>
        </p:txBody>
      </p:sp>
      <p:sp>
        <p:nvSpPr>
          <p:cNvPr id="27697" name="Google Shape;27697;p60"/>
          <p:cNvSpPr txBox="1">
            <a:spLocks noGrp="1"/>
          </p:cNvSpPr>
          <p:nvPr>
            <p:ph type="title" idx="4294967295"/>
          </p:nvPr>
        </p:nvSpPr>
        <p:spPr>
          <a:xfrm>
            <a:off x="1040851" y="1285975"/>
            <a:ext cx="2628900" cy="457200"/>
          </a:xfrm>
          <a:prstGeom prst="rect">
            <a:avLst/>
          </a:prstGeom>
        </p:spPr>
        <p:txBody>
          <a:bodyPr spcFirstLastPara="1" wrap="square" lIns="91425" tIns="64000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Hypothesis</a:t>
            </a:r>
            <a:endParaRPr sz="2500" dirty="0"/>
          </a:p>
        </p:txBody>
      </p:sp>
      <p:sp>
        <p:nvSpPr>
          <p:cNvPr id="27698" name="Google Shape;27698;p60"/>
          <p:cNvSpPr txBox="1">
            <a:spLocks noGrp="1"/>
          </p:cNvSpPr>
          <p:nvPr>
            <p:ph type="title" idx="4294967295"/>
          </p:nvPr>
        </p:nvSpPr>
        <p:spPr>
          <a:xfrm>
            <a:off x="4613156" y="1285843"/>
            <a:ext cx="3810944" cy="457200"/>
          </a:xfrm>
          <a:prstGeom prst="rect">
            <a:avLst/>
          </a:prstGeom>
        </p:spPr>
        <p:txBody>
          <a:bodyPr spcFirstLastPara="1" wrap="square" lIns="91425" tIns="64000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Research Questions</a:t>
            </a:r>
            <a:endParaRPr sz="2500" dirty="0"/>
          </a:p>
        </p:txBody>
      </p:sp>
      <p:cxnSp>
        <p:nvCxnSpPr>
          <p:cNvPr id="27699" name="Google Shape;27699;p60"/>
          <p:cNvCxnSpPr/>
          <p:nvPr/>
        </p:nvCxnSpPr>
        <p:spPr>
          <a:xfrm>
            <a:off x="1019538" y="1755625"/>
            <a:ext cx="26718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7700" name="Google Shape;27700;p60"/>
          <p:cNvCxnSpPr/>
          <p:nvPr/>
        </p:nvCxnSpPr>
        <p:spPr>
          <a:xfrm>
            <a:off x="5125998" y="1759033"/>
            <a:ext cx="2671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7701" name="Google Shape;27701;p60"/>
          <p:cNvSpPr txBox="1">
            <a:spLocks noGrp="1"/>
          </p:cNvSpPr>
          <p:nvPr>
            <p:ph type="subTitle" idx="4294967295"/>
          </p:nvPr>
        </p:nvSpPr>
        <p:spPr>
          <a:xfrm>
            <a:off x="5147448" y="2020433"/>
            <a:ext cx="2628900" cy="7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GB" dirty="0"/>
              <a:t>How do static and animated dashboard interfaces differ in terms of usability?</a:t>
            </a:r>
            <a:endParaRPr dirty="0"/>
          </a:p>
        </p:txBody>
      </p:sp>
      <p:sp>
        <p:nvSpPr>
          <p:cNvPr id="2" name="Google Shape;27019;p53">
            <a:extLst>
              <a:ext uri="{FF2B5EF4-FFF2-40B4-BE49-F238E27FC236}">
                <a16:creationId xmlns:a16="http://schemas.microsoft.com/office/drawing/2014/main" id="{07C0DED6-C119-8629-B9B4-0204F1B098B4}"/>
              </a:ext>
            </a:extLst>
          </p:cNvPr>
          <p:cNvSpPr txBox="1">
            <a:spLocks/>
          </p:cNvSpPr>
          <p:nvPr/>
        </p:nvSpPr>
        <p:spPr>
          <a:xfrm>
            <a:off x="4245135" y="3722533"/>
            <a:ext cx="747857" cy="670500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3000" dirty="0">
                <a:solidFill>
                  <a:schemeClr val="bg2"/>
                </a:solidFill>
                <a:latin typeface="Archivo Black" panose="020B0604020202020204" charset="0"/>
              </a:rPr>
              <a:t>03</a:t>
            </a:r>
          </a:p>
        </p:txBody>
      </p:sp>
      <p:sp>
        <p:nvSpPr>
          <p:cNvPr id="3" name="Google Shape;27019;p53">
            <a:extLst>
              <a:ext uri="{FF2B5EF4-FFF2-40B4-BE49-F238E27FC236}">
                <a16:creationId xmlns:a16="http://schemas.microsoft.com/office/drawing/2014/main" id="{A7D3F700-882C-D8DB-345D-551C584FF74D}"/>
              </a:ext>
            </a:extLst>
          </p:cNvPr>
          <p:cNvSpPr txBox="1">
            <a:spLocks/>
          </p:cNvSpPr>
          <p:nvPr/>
        </p:nvSpPr>
        <p:spPr>
          <a:xfrm>
            <a:off x="4239227" y="2020433"/>
            <a:ext cx="747857" cy="670500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3000" dirty="0">
                <a:solidFill>
                  <a:schemeClr val="bg2"/>
                </a:solidFill>
                <a:latin typeface="Archivo Black" panose="020B0604020202020204" charset="0"/>
              </a:rPr>
              <a:t>01</a:t>
            </a:r>
          </a:p>
        </p:txBody>
      </p:sp>
      <p:sp>
        <p:nvSpPr>
          <p:cNvPr id="4" name="Google Shape;27019;p53">
            <a:extLst>
              <a:ext uri="{FF2B5EF4-FFF2-40B4-BE49-F238E27FC236}">
                <a16:creationId xmlns:a16="http://schemas.microsoft.com/office/drawing/2014/main" id="{FF0FFF88-98D8-6F2F-A8FE-8EC10E1FA0A5}"/>
              </a:ext>
            </a:extLst>
          </p:cNvPr>
          <p:cNvSpPr txBox="1">
            <a:spLocks/>
          </p:cNvSpPr>
          <p:nvPr/>
        </p:nvSpPr>
        <p:spPr>
          <a:xfrm>
            <a:off x="4239227" y="2862182"/>
            <a:ext cx="747857" cy="670500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3000" dirty="0">
                <a:solidFill>
                  <a:schemeClr val="bg2"/>
                </a:solidFill>
                <a:latin typeface="Archivo Black" panose="020B0604020202020204" charset="0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10" name="Google Shape;27810;p67"/>
          <p:cNvSpPr txBox="1">
            <a:spLocks noGrp="1"/>
          </p:cNvSpPr>
          <p:nvPr>
            <p:ph type="title"/>
          </p:nvPr>
        </p:nvSpPr>
        <p:spPr>
          <a:xfrm>
            <a:off x="720100" y="368725"/>
            <a:ext cx="7704000" cy="576000"/>
          </a:xfrm>
          <a:prstGeom prst="rect">
            <a:avLst/>
          </a:prstGeom>
        </p:spPr>
        <p:txBody>
          <a:bodyPr spcFirstLastPara="1" wrap="square" lIns="91425" tIns="640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Significance &amp; Contribution</a:t>
            </a:r>
            <a:endParaRPr dirty="0"/>
          </a:p>
        </p:txBody>
      </p:sp>
      <p:sp>
        <p:nvSpPr>
          <p:cNvPr id="27815" name="Google Shape;27815;p67"/>
          <p:cNvSpPr txBox="1"/>
          <p:nvPr/>
        </p:nvSpPr>
        <p:spPr>
          <a:xfrm>
            <a:off x="2464786" y="1679210"/>
            <a:ext cx="5708667" cy="34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b="1" dirty="0">
                <a:solidFill>
                  <a:schemeClr val="tx1"/>
                </a:solidFill>
                <a:latin typeface="Barlow" panose="00000500000000000000" pitchFamily="2" charset="0"/>
              </a:rPr>
              <a:t>Helps designers understand when animation is useful or distracting. </a:t>
            </a:r>
            <a:endParaRPr b="1" dirty="0">
              <a:solidFill>
                <a:schemeClr val="tx1"/>
              </a:solidFill>
              <a:latin typeface="Barlow" panose="00000500000000000000" pitchFamily="2" charset="0"/>
              <a:ea typeface="Barlow"/>
              <a:cs typeface="Barlow"/>
              <a:sym typeface="Barlow"/>
            </a:endParaRPr>
          </a:p>
        </p:txBody>
      </p:sp>
      <p:cxnSp>
        <p:nvCxnSpPr>
          <p:cNvPr id="27821" name="Google Shape;27821;p67"/>
          <p:cNvCxnSpPr>
            <a:cxnSpLocks/>
          </p:cNvCxnSpPr>
          <p:nvPr/>
        </p:nvCxnSpPr>
        <p:spPr>
          <a:xfrm>
            <a:off x="2458150" y="1854487"/>
            <a:ext cx="600" cy="6615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22" name="Google Shape;27822;p67"/>
          <p:cNvCxnSpPr>
            <a:cxnSpLocks/>
          </p:cNvCxnSpPr>
          <p:nvPr/>
        </p:nvCxnSpPr>
        <p:spPr>
          <a:xfrm>
            <a:off x="2458150" y="2515950"/>
            <a:ext cx="600" cy="6615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23" name="Google Shape;27823;p67"/>
          <p:cNvCxnSpPr>
            <a:cxnSpLocks/>
          </p:cNvCxnSpPr>
          <p:nvPr/>
        </p:nvCxnSpPr>
        <p:spPr>
          <a:xfrm>
            <a:off x="2458150" y="3177412"/>
            <a:ext cx="600" cy="6615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834" name="Google Shape;27834;p67"/>
          <p:cNvGrpSpPr/>
          <p:nvPr/>
        </p:nvGrpSpPr>
        <p:grpSpPr>
          <a:xfrm>
            <a:off x="1534926" y="1644791"/>
            <a:ext cx="434491" cy="417032"/>
            <a:chOff x="2140225" y="2318650"/>
            <a:chExt cx="307975" cy="295600"/>
          </a:xfrm>
        </p:grpSpPr>
        <p:sp>
          <p:nvSpPr>
            <p:cNvPr id="27835" name="Google Shape;27835;p67"/>
            <p:cNvSpPr/>
            <p:nvPr/>
          </p:nvSpPr>
          <p:spPr>
            <a:xfrm>
              <a:off x="2281200" y="2353025"/>
              <a:ext cx="104000" cy="121300"/>
            </a:xfrm>
            <a:custGeom>
              <a:avLst/>
              <a:gdLst/>
              <a:ahLst/>
              <a:cxnLst/>
              <a:rect l="l" t="t" r="r" b="b"/>
              <a:pathLst>
                <a:path w="4160" h="4852" extrusionOk="0">
                  <a:moveTo>
                    <a:pt x="2080" y="662"/>
                  </a:moveTo>
                  <a:cubicBezTo>
                    <a:pt x="2490" y="662"/>
                    <a:pt x="2805" y="977"/>
                    <a:pt x="2805" y="1386"/>
                  </a:cubicBezTo>
                  <a:cubicBezTo>
                    <a:pt x="2805" y="1764"/>
                    <a:pt x="2490" y="2079"/>
                    <a:pt x="2080" y="2079"/>
                  </a:cubicBezTo>
                  <a:cubicBezTo>
                    <a:pt x="1702" y="2079"/>
                    <a:pt x="1387" y="1764"/>
                    <a:pt x="1387" y="1386"/>
                  </a:cubicBezTo>
                  <a:cubicBezTo>
                    <a:pt x="1387" y="977"/>
                    <a:pt x="1702" y="662"/>
                    <a:pt x="2080" y="662"/>
                  </a:cubicBezTo>
                  <a:close/>
                  <a:moveTo>
                    <a:pt x="2080" y="2773"/>
                  </a:moveTo>
                  <a:cubicBezTo>
                    <a:pt x="2836" y="2773"/>
                    <a:pt x="3466" y="3403"/>
                    <a:pt x="3466" y="4127"/>
                  </a:cubicBezTo>
                  <a:lnTo>
                    <a:pt x="662" y="4127"/>
                  </a:lnTo>
                  <a:cubicBezTo>
                    <a:pt x="662" y="3403"/>
                    <a:pt x="1293" y="2773"/>
                    <a:pt x="2080" y="2773"/>
                  </a:cubicBezTo>
                  <a:close/>
                  <a:moveTo>
                    <a:pt x="2112" y="0"/>
                  </a:moveTo>
                  <a:cubicBezTo>
                    <a:pt x="1387" y="0"/>
                    <a:pt x="757" y="630"/>
                    <a:pt x="757" y="1386"/>
                  </a:cubicBezTo>
                  <a:cubicBezTo>
                    <a:pt x="757" y="1733"/>
                    <a:pt x="915" y="2079"/>
                    <a:pt x="1135" y="2332"/>
                  </a:cubicBezTo>
                  <a:cubicBezTo>
                    <a:pt x="505" y="2678"/>
                    <a:pt x="64" y="3340"/>
                    <a:pt x="64" y="4127"/>
                  </a:cubicBezTo>
                  <a:lnTo>
                    <a:pt x="64" y="4505"/>
                  </a:lnTo>
                  <a:cubicBezTo>
                    <a:pt x="1" y="4694"/>
                    <a:pt x="158" y="4852"/>
                    <a:pt x="347" y="4852"/>
                  </a:cubicBezTo>
                  <a:lnTo>
                    <a:pt x="3813" y="4852"/>
                  </a:lnTo>
                  <a:cubicBezTo>
                    <a:pt x="4002" y="4852"/>
                    <a:pt x="4160" y="4694"/>
                    <a:pt x="4160" y="4505"/>
                  </a:cubicBezTo>
                  <a:lnTo>
                    <a:pt x="4160" y="4127"/>
                  </a:lnTo>
                  <a:cubicBezTo>
                    <a:pt x="4160" y="3340"/>
                    <a:pt x="3750" y="2678"/>
                    <a:pt x="3120" y="2332"/>
                  </a:cubicBezTo>
                  <a:cubicBezTo>
                    <a:pt x="3340" y="2079"/>
                    <a:pt x="3498" y="1733"/>
                    <a:pt x="3498" y="1386"/>
                  </a:cubicBezTo>
                  <a:cubicBezTo>
                    <a:pt x="3498" y="630"/>
                    <a:pt x="2868" y="0"/>
                    <a:pt x="21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6" name="Google Shape;27836;p67"/>
            <p:cNvSpPr/>
            <p:nvPr/>
          </p:nvSpPr>
          <p:spPr>
            <a:xfrm>
              <a:off x="2140225" y="2318650"/>
              <a:ext cx="307975" cy="295600"/>
            </a:xfrm>
            <a:custGeom>
              <a:avLst/>
              <a:gdLst/>
              <a:ahLst/>
              <a:cxnLst/>
              <a:rect l="l" t="t" r="r" b="b"/>
              <a:pathLst>
                <a:path w="12319" h="11824" extrusionOk="0">
                  <a:moveTo>
                    <a:pt x="7712" y="682"/>
                  </a:moveTo>
                  <a:cubicBezTo>
                    <a:pt x="8607" y="682"/>
                    <a:pt x="9499" y="1029"/>
                    <a:pt x="10177" y="1690"/>
                  </a:cubicBezTo>
                  <a:cubicBezTo>
                    <a:pt x="11468" y="2982"/>
                    <a:pt x="11531" y="5187"/>
                    <a:pt x="10177" y="6573"/>
                  </a:cubicBezTo>
                  <a:cubicBezTo>
                    <a:pt x="9500" y="7266"/>
                    <a:pt x="8627" y="7590"/>
                    <a:pt x="7754" y="7590"/>
                  </a:cubicBezTo>
                  <a:cubicBezTo>
                    <a:pt x="6839" y="7590"/>
                    <a:pt x="5923" y="7234"/>
                    <a:pt x="5230" y="6573"/>
                  </a:cubicBezTo>
                  <a:cubicBezTo>
                    <a:pt x="3939" y="5282"/>
                    <a:pt x="3876" y="3045"/>
                    <a:pt x="5325" y="1659"/>
                  </a:cubicBezTo>
                  <a:cubicBezTo>
                    <a:pt x="6001" y="997"/>
                    <a:pt x="6858" y="682"/>
                    <a:pt x="7712" y="682"/>
                  </a:cubicBezTo>
                  <a:close/>
                  <a:moveTo>
                    <a:pt x="4128" y="6258"/>
                  </a:moveTo>
                  <a:cubicBezTo>
                    <a:pt x="4285" y="6573"/>
                    <a:pt x="4537" y="6857"/>
                    <a:pt x="4758" y="7078"/>
                  </a:cubicBezTo>
                  <a:cubicBezTo>
                    <a:pt x="5010" y="7330"/>
                    <a:pt x="5293" y="7550"/>
                    <a:pt x="5577" y="7708"/>
                  </a:cubicBezTo>
                  <a:lnTo>
                    <a:pt x="5136" y="8180"/>
                  </a:lnTo>
                  <a:cubicBezTo>
                    <a:pt x="5073" y="8243"/>
                    <a:pt x="4978" y="8275"/>
                    <a:pt x="4888" y="8275"/>
                  </a:cubicBezTo>
                  <a:cubicBezTo>
                    <a:pt x="4797" y="8275"/>
                    <a:pt x="4710" y="8243"/>
                    <a:pt x="4663" y="8180"/>
                  </a:cubicBezTo>
                  <a:lnTo>
                    <a:pt x="3655" y="7204"/>
                  </a:lnTo>
                  <a:cubicBezTo>
                    <a:pt x="3498" y="7078"/>
                    <a:pt x="3498" y="6857"/>
                    <a:pt x="3655" y="6731"/>
                  </a:cubicBezTo>
                  <a:lnTo>
                    <a:pt x="4128" y="6258"/>
                  </a:lnTo>
                  <a:close/>
                  <a:moveTo>
                    <a:pt x="3403" y="7960"/>
                  </a:moveTo>
                  <a:lnTo>
                    <a:pt x="3876" y="8432"/>
                  </a:lnTo>
                  <a:lnTo>
                    <a:pt x="3309" y="8968"/>
                  </a:lnTo>
                  <a:lnTo>
                    <a:pt x="2836" y="8495"/>
                  </a:lnTo>
                  <a:lnTo>
                    <a:pt x="3403" y="7960"/>
                  </a:lnTo>
                  <a:close/>
                  <a:moveTo>
                    <a:pt x="2363" y="8968"/>
                  </a:moveTo>
                  <a:lnTo>
                    <a:pt x="2836" y="9440"/>
                  </a:lnTo>
                  <a:lnTo>
                    <a:pt x="1292" y="10984"/>
                  </a:lnTo>
                  <a:cubicBezTo>
                    <a:pt x="1245" y="11047"/>
                    <a:pt x="1158" y="11079"/>
                    <a:pt x="1068" y="11079"/>
                  </a:cubicBezTo>
                  <a:cubicBezTo>
                    <a:pt x="977" y="11079"/>
                    <a:pt x="883" y="11047"/>
                    <a:pt x="820" y="10984"/>
                  </a:cubicBezTo>
                  <a:cubicBezTo>
                    <a:pt x="725" y="10858"/>
                    <a:pt x="725" y="10669"/>
                    <a:pt x="820" y="10512"/>
                  </a:cubicBezTo>
                  <a:lnTo>
                    <a:pt x="2363" y="8968"/>
                  </a:lnTo>
                  <a:close/>
                  <a:moveTo>
                    <a:pt x="7731" y="1"/>
                  </a:moveTo>
                  <a:cubicBezTo>
                    <a:pt x="6669" y="1"/>
                    <a:pt x="5604" y="403"/>
                    <a:pt x="4789" y="1218"/>
                  </a:cubicBezTo>
                  <a:cubicBezTo>
                    <a:pt x="3592" y="2446"/>
                    <a:pt x="3309" y="4179"/>
                    <a:pt x="3844" y="5628"/>
                  </a:cubicBezTo>
                  <a:lnTo>
                    <a:pt x="3182" y="6290"/>
                  </a:lnTo>
                  <a:cubicBezTo>
                    <a:pt x="2867" y="6605"/>
                    <a:pt x="2804" y="7078"/>
                    <a:pt x="2993" y="7487"/>
                  </a:cubicBezTo>
                  <a:lnTo>
                    <a:pt x="410" y="10071"/>
                  </a:lnTo>
                  <a:cubicBezTo>
                    <a:pt x="0" y="10480"/>
                    <a:pt x="0" y="11142"/>
                    <a:pt x="410" y="11520"/>
                  </a:cubicBezTo>
                  <a:cubicBezTo>
                    <a:pt x="580" y="11721"/>
                    <a:pt x="826" y="11823"/>
                    <a:pt x="1081" y="11823"/>
                  </a:cubicBezTo>
                  <a:cubicBezTo>
                    <a:pt x="1345" y="11823"/>
                    <a:pt x="1619" y="11713"/>
                    <a:pt x="1828" y="11488"/>
                  </a:cubicBezTo>
                  <a:lnTo>
                    <a:pt x="4411" y="8905"/>
                  </a:lnTo>
                  <a:cubicBezTo>
                    <a:pt x="4565" y="8976"/>
                    <a:pt x="4727" y="9011"/>
                    <a:pt x="4887" y="9011"/>
                  </a:cubicBezTo>
                  <a:cubicBezTo>
                    <a:pt x="5153" y="9011"/>
                    <a:pt x="5411" y="8913"/>
                    <a:pt x="5608" y="8716"/>
                  </a:cubicBezTo>
                  <a:lnTo>
                    <a:pt x="6270" y="8023"/>
                  </a:lnTo>
                  <a:cubicBezTo>
                    <a:pt x="6736" y="8205"/>
                    <a:pt x="7231" y="8296"/>
                    <a:pt x="7729" y="8296"/>
                  </a:cubicBezTo>
                  <a:cubicBezTo>
                    <a:pt x="8781" y="8296"/>
                    <a:pt x="9847" y="7890"/>
                    <a:pt x="10681" y="7078"/>
                  </a:cubicBezTo>
                  <a:cubicBezTo>
                    <a:pt x="12319" y="5439"/>
                    <a:pt x="12287" y="2793"/>
                    <a:pt x="10681" y="1218"/>
                  </a:cubicBezTo>
                  <a:cubicBezTo>
                    <a:pt x="9873" y="410"/>
                    <a:pt x="8804" y="1"/>
                    <a:pt x="77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7815;p67">
            <a:extLst>
              <a:ext uri="{FF2B5EF4-FFF2-40B4-BE49-F238E27FC236}">
                <a16:creationId xmlns:a16="http://schemas.microsoft.com/office/drawing/2014/main" id="{DC53222E-111C-7747-C33F-D9F5677722D6}"/>
              </a:ext>
            </a:extLst>
          </p:cNvPr>
          <p:cNvSpPr txBox="1"/>
          <p:nvPr/>
        </p:nvSpPr>
        <p:spPr>
          <a:xfrm>
            <a:off x="2458150" y="2342930"/>
            <a:ext cx="5708667" cy="34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b="1" dirty="0">
                <a:solidFill>
                  <a:schemeClr val="tx1"/>
                </a:solidFill>
                <a:latin typeface="Barlow" panose="00000500000000000000" pitchFamily="2" charset="0"/>
              </a:rPr>
              <a:t>Contributes to HCI and dashboard interface design.</a:t>
            </a:r>
            <a:endParaRPr b="1" dirty="0">
              <a:solidFill>
                <a:schemeClr val="tx1"/>
              </a:solidFill>
              <a:latin typeface="Barlow" panose="00000500000000000000" pitchFamily="2" charset="0"/>
              <a:ea typeface="Barlow"/>
              <a:cs typeface="Barlow"/>
              <a:sym typeface="Barlow"/>
            </a:endParaRPr>
          </a:p>
        </p:txBody>
      </p:sp>
      <p:sp>
        <p:nvSpPr>
          <p:cNvPr id="3" name="Google Shape;27815;p67">
            <a:extLst>
              <a:ext uri="{FF2B5EF4-FFF2-40B4-BE49-F238E27FC236}">
                <a16:creationId xmlns:a16="http://schemas.microsoft.com/office/drawing/2014/main" id="{659E83D3-5D34-FB87-9941-6C952FD29134}"/>
              </a:ext>
            </a:extLst>
          </p:cNvPr>
          <p:cNvSpPr txBox="1"/>
          <p:nvPr/>
        </p:nvSpPr>
        <p:spPr>
          <a:xfrm>
            <a:off x="2455351" y="3007939"/>
            <a:ext cx="5708667" cy="34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b="1" dirty="0">
                <a:solidFill>
                  <a:schemeClr val="tx1"/>
                </a:solidFill>
                <a:latin typeface="Barlow" panose="00000500000000000000" pitchFamily="2" charset="0"/>
              </a:rPr>
              <a:t>Provides practical design insight for financial dashboards.</a:t>
            </a:r>
            <a:endParaRPr b="1" dirty="0">
              <a:solidFill>
                <a:schemeClr val="tx1"/>
              </a:solidFill>
              <a:latin typeface="Barlow" panose="00000500000000000000" pitchFamily="2" charset="0"/>
              <a:ea typeface="Barlow"/>
              <a:cs typeface="Barlow"/>
              <a:sym typeface="Barlow"/>
            </a:endParaRPr>
          </a:p>
        </p:txBody>
      </p:sp>
      <p:sp>
        <p:nvSpPr>
          <p:cNvPr id="4" name="Google Shape;27815;p67">
            <a:extLst>
              <a:ext uri="{FF2B5EF4-FFF2-40B4-BE49-F238E27FC236}">
                <a16:creationId xmlns:a16="http://schemas.microsoft.com/office/drawing/2014/main" id="{8640F0C8-135B-3395-9F56-4E5F87C68DAD}"/>
              </a:ext>
            </a:extLst>
          </p:cNvPr>
          <p:cNvSpPr txBox="1"/>
          <p:nvPr/>
        </p:nvSpPr>
        <p:spPr>
          <a:xfrm>
            <a:off x="2452552" y="3672948"/>
            <a:ext cx="5708667" cy="34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b="1" dirty="0">
                <a:solidFill>
                  <a:schemeClr val="tx1"/>
                </a:solidFill>
                <a:latin typeface="Barlow" panose="00000500000000000000" pitchFamily="2" charset="0"/>
              </a:rPr>
              <a:t>Shows the importance of balancing engagement with clarity.</a:t>
            </a:r>
            <a:endParaRPr b="1" dirty="0">
              <a:solidFill>
                <a:schemeClr val="tx1"/>
              </a:solidFill>
              <a:latin typeface="Barlow" panose="00000500000000000000" pitchFamily="2" charset="0"/>
              <a:ea typeface="Barlow"/>
              <a:cs typeface="Barlow"/>
              <a:sym typeface="Barlow"/>
            </a:endParaRPr>
          </a:p>
        </p:txBody>
      </p:sp>
      <p:sp>
        <p:nvSpPr>
          <p:cNvPr id="6" name="Google Shape;28674;p110">
            <a:extLst>
              <a:ext uri="{FF2B5EF4-FFF2-40B4-BE49-F238E27FC236}">
                <a16:creationId xmlns:a16="http://schemas.microsoft.com/office/drawing/2014/main" id="{BE3A3595-2597-C796-1FC3-07C169E31ECF}"/>
              </a:ext>
            </a:extLst>
          </p:cNvPr>
          <p:cNvSpPr/>
          <p:nvPr/>
        </p:nvSpPr>
        <p:spPr>
          <a:xfrm>
            <a:off x="1529131" y="2301618"/>
            <a:ext cx="430851" cy="427647"/>
          </a:xfrm>
          <a:custGeom>
            <a:avLst/>
            <a:gdLst/>
            <a:ahLst/>
            <a:cxnLst/>
            <a:rect l="l" t="t" r="r" b="b"/>
            <a:pathLst>
              <a:path w="22321" h="22155" extrusionOk="0">
                <a:moveTo>
                  <a:pt x="17189" y="1559"/>
                </a:moveTo>
                <a:lnTo>
                  <a:pt x="20696" y="5097"/>
                </a:lnTo>
                <a:lnTo>
                  <a:pt x="19886" y="5911"/>
                </a:lnTo>
                <a:lnTo>
                  <a:pt x="16378" y="2370"/>
                </a:lnTo>
                <a:lnTo>
                  <a:pt x="17189" y="1559"/>
                </a:lnTo>
                <a:close/>
                <a:moveTo>
                  <a:pt x="15435" y="3313"/>
                </a:moveTo>
                <a:lnTo>
                  <a:pt x="16734" y="4612"/>
                </a:lnTo>
                <a:lnTo>
                  <a:pt x="5368" y="16009"/>
                </a:lnTo>
                <a:lnTo>
                  <a:pt x="4069" y="14710"/>
                </a:lnTo>
                <a:lnTo>
                  <a:pt x="15435" y="3313"/>
                </a:lnTo>
                <a:close/>
                <a:moveTo>
                  <a:pt x="17677" y="5521"/>
                </a:moveTo>
                <a:lnTo>
                  <a:pt x="18977" y="6820"/>
                </a:lnTo>
                <a:lnTo>
                  <a:pt x="7576" y="18218"/>
                </a:lnTo>
                <a:lnTo>
                  <a:pt x="6277" y="16919"/>
                </a:lnTo>
                <a:lnTo>
                  <a:pt x="17677" y="5521"/>
                </a:lnTo>
                <a:close/>
                <a:moveTo>
                  <a:pt x="3419" y="15913"/>
                </a:moveTo>
                <a:lnTo>
                  <a:pt x="6376" y="18867"/>
                </a:lnTo>
                <a:lnTo>
                  <a:pt x="4557" y="19517"/>
                </a:lnTo>
                <a:lnTo>
                  <a:pt x="2770" y="17732"/>
                </a:lnTo>
                <a:lnTo>
                  <a:pt x="3419" y="15913"/>
                </a:lnTo>
                <a:close/>
                <a:moveTo>
                  <a:pt x="2284" y="19062"/>
                </a:moveTo>
                <a:lnTo>
                  <a:pt x="3193" y="19971"/>
                </a:lnTo>
                <a:lnTo>
                  <a:pt x="1829" y="20460"/>
                </a:lnTo>
                <a:lnTo>
                  <a:pt x="1829" y="20460"/>
                </a:lnTo>
                <a:lnTo>
                  <a:pt x="2284" y="19062"/>
                </a:lnTo>
                <a:close/>
                <a:moveTo>
                  <a:pt x="17189" y="0"/>
                </a:moveTo>
                <a:cubicBezTo>
                  <a:pt x="17028" y="0"/>
                  <a:pt x="16833" y="65"/>
                  <a:pt x="16734" y="195"/>
                </a:cubicBezTo>
                <a:lnTo>
                  <a:pt x="2674" y="14256"/>
                </a:lnTo>
                <a:cubicBezTo>
                  <a:pt x="2640" y="14289"/>
                  <a:pt x="2575" y="14385"/>
                  <a:pt x="2510" y="14484"/>
                </a:cubicBezTo>
                <a:lnTo>
                  <a:pt x="141" y="21304"/>
                </a:lnTo>
                <a:cubicBezTo>
                  <a:pt x="0" y="21694"/>
                  <a:pt x="292" y="22155"/>
                  <a:pt x="747" y="22155"/>
                </a:cubicBezTo>
                <a:cubicBezTo>
                  <a:pt x="822" y="22155"/>
                  <a:pt x="902" y="22142"/>
                  <a:pt x="985" y="22115"/>
                </a:cubicBezTo>
                <a:lnTo>
                  <a:pt x="7805" y="19776"/>
                </a:lnTo>
                <a:cubicBezTo>
                  <a:pt x="7870" y="19745"/>
                  <a:pt x="7935" y="19711"/>
                  <a:pt x="8031" y="19615"/>
                </a:cubicBezTo>
                <a:lnTo>
                  <a:pt x="22094" y="5552"/>
                </a:lnTo>
                <a:cubicBezTo>
                  <a:pt x="22320" y="5292"/>
                  <a:pt x="22320" y="4871"/>
                  <a:pt x="22094" y="4643"/>
                </a:cubicBezTo>
                <a:lnTo>
                  <a:pt x="17644" y="195"/>
                </a:lnTo>
                <a:cubicBezTo>
                  <a:pt x="17514" y="65"/>
                  <a:pt x="17353" y="0"/>
                  <a:pt x="171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7" name="Google Shape;28678;p110">
            <a:extLst>
              <a:ext uri="{FF2B5EF4-FFF2-40B4-BE49-F238E27FC236}">
                <a16:creationId xmlns:a16="http://schemas.microsoft.com/office/drawing/2014/main" id="{A8E657CE-9150-2F36-A5DE-F2F39489ACD7}"/>
              </a:ext>
            </a:extLst>
          </p:cNvPr>
          <p:cNvGrpSpPr/>
          <p:nvPr/>
        </p:nvGrpSpPr>
        <p:grpSpPr>
          <a:xfrm>
            <a:off x="1591018" y="2975710"/>
            <a:ext cx="284615" cy="427531"/>
            <a:chOff x="6018452" y="1948391"/>
            <a:chExt cx="284615" cy="427531"/>
          </a:xfrm>
        </p:grpSpPr>
        <p:sp>
          <p:nvSpPr>
            <p:cNvPr id="8" name="Google Shape;28679;p110">
              <a:extLst>
                <a:ext uri="{FF2B5EF4-FFF2-40B4-BE49-F238E27FC236}">
                  <a16:creationId xmlns:a16="http://schemas.microsoft.com/office/drawing/2014/main" id="{528280C8-09CF-4473-3EA0-465CBF38392E}"/>
                </a:ext>
              </a:extLst>
            </p:cNvPr>
            <p:cNvSpPr/>
            <p:nvPr/>
          </p:nvSpPr>
          <p:spPr>
            <a:xfrm>
              <a:off x="6018452" y="1948391"/>
              <a:ext cx="284615" cy="298397"/>
            </a:xfrm>
            <a:custGeom>
              <a:avLst/>
              <a:gdLst/>
              <a:ahLst/>
              <a:cxnLst/>
              <a:rect l="l" t="t" r="r" b="b"/>
              <a:pathLst>
                <a:path w="14745" h="15459" extrusionOk="0">
                  <a:moveTo>
                    <a:pt x="7374" y="6820"/>
                  </a:moveTo>
                  <a:cubicBezTo>
                    <a:pt x="7894" y="6820"/>
                    <a:pt x="8283" y="7210"/>
                    <a:pt x="8283" y="7729"/>
                  </a:cubicBezTo>
                  <a:cubicBezTo>
                    <a:pt x="8283" y="8215"/>
                    <a:pt x="7894" y="8639"/>
                    <a:pt x="7374" y="8639"/>
                  </a:cubicBezTo>
                  <a:cubicBezTo>
                    <a:pt x="6885" y="8639"/>
                    <a:pt x="6465" y="8215"/>
                    <a:pt x="6465" y="7729"/>
                  </a:cubicBezTo>
                  <a:cubicBezTo>
                    <a:pt x="6465" y="7210"/>
                    <a:pt x="6885" y="6820"/>
                    <a:pt x="7374" y="6820"/>
                  </a:cubicBezTo>
                  <a:close/>
                  <a:moveTo>
                    <a:pt x="7374" y="1299"/>
                  </a:moveTo>
                  <a:cubicBezTo>
                    <a:pt x="8998" y="1299"/>
                    <a:pt x="10523" y="1915"/>
                    <a:pt x="11661" y="3053"/>
                  </a:cubicBezTo>
                  <a:cubicBezTo>
                    <a:pt x="12830" y="4222"/>
                    <a:pt x="13446" y="5747"/>
                    <a:pt x="13446" y="7340"/>
                  </a:cubicBezTo>
                  <a:cubicBezTo>
                    <a:pt x="13446" y="8509"/>
                    <a:pt x="13121" y="9613"/>
                    <a:pt x="12505" y="10587"/>
                  </a:cubicBezTo>
                  <a:cubicBezTo>
                    <a:pt x="11921" y="11528"/>
                    <a:pt x="11076" y="12276"/>
                    <a:pt x="10102" y="12762"/>
                  </a:cubicBezTo>
                  <a:cubicBezTo>
                    <a:pt x="9873" y="12892"/>
                    <a:pt x="9712" y="13120"/>
                    <a:pt x="9712" y="13346"/>
                  </a:cubicBezTo>
                  <a:lnTo>
                    <a:pt x="9712" y="14159"/>
                  </a:lnTo>
                  <a:lnTo>
                    <a:pt x="8023" y="14159"/>
                  </a:lnTo>
                  <a:lnTo>
                    <a:pt x="8023" y="9839"/>
                  </a:lnTo>
                  <a:cubicBezTo>
                    <a:pt x="8933" y="9548"/>
                    <a:pt x="9582" y="8704"/>
                    <a:pt x="9582" y="7729"/>
                  </a:cubicBezTo>
                  <a:cubicBezTo>
                    <a:pt x="9582" y="6495"/>
                    <a:pt x="8608" y="5521"/>
                    <a:pt x="7374" y="5521"/>
                  </a:cubicBezTo>
                  <a:cubicBezTo>
                    <a:pt x="6171" y="5521"/>
                    <a:pt x="5166" y="6495"/>
                    <a:pt x="5166" y="7729"/>
                  </a:cubicBezTo>
                  <a:cubicBezTo>
                    <a:pt x="5166" y="8704"/>
                    <a:pt x="5815" y="9548"/>
                    <a:pt x="6724" y="9839"/>
                  </a:cubicBezTo>
                  <a:lnTo>
                    <a:pt x="6724" y="14159"/>
                  </a:lnTo>
                  <a:lnTo>
                    <a:pt x="4971" y="14159"/>
                  </a:lnTo>
                  <a:lnTo>
                    <a:pt x="4971" y="13346"/>
                  </a:lnTo>
                  <a:cubicBezTo>
                    <a:pt x="4971" y="13086"/>
                    <a:pt x="4841" y="12860"/>
                    <a:pt x="4646" y="12762"/>
                  </a:cubicBezTo>
                  <a:cubicBezTo>
                    <a:pt x="2599" y="11722"/>
                    <a:pt x="1300" y="9644"/>
                    <a:pt x="1300" y="7340"/>
                  </a:cubicBezTo>
                  <a:cubicBezTo>
                    <a:pt x="1300" y="5747"/>
                    <a:pt x="1949" y="4222"/>
                    <a:pt x="3087" y="3053"/>
                  </a:cubicBezTo>
                  <a:cubicBezTo>
                    <a:pt x="4222" y="1915"/>
                    <a:pt x="5750" y="1299"/>
                    <a:pt x="7374" y="1299"/>
                  </a:cubicBezTo>
                  <a:close/>
                  <a:moveTo>
                    <a:pt x="7374" y="0"/>
                  </a:moveTo>
                  <a:cubicBezTo>
                    <a:pt x="5425" y="0"/>
                    <a:pt x="3573" y="746"/>
                    <a:pt x="2178" y="2143"/>
                  </a:cubicBezTo>
                  <a:cubicBezTo>
                    <a:pt x="780" y="3539"/>
                    <a:pt x="1" y="5391"/>
                    <a:pt x="1" y="7340"/>
                  </a:cubicBezTo>
                  <a:cubicBezTo>
                    <a:pt x="1" y="8735"/>
                    <a:pt x="390" y="10099"/>
                    <a:pt x="1139" y="11237"/>
                  </a:cubicBezTo>
                  <a:cubicBezTo>
                    <a:pt x="1754" y="12276"/>
                    <a:pt x="2664" y="13120"/>
                    <a:pt x="3672" y="13705"/>
                  </a:cubicBezTo>
                  <a:lnTo>
                    <a:pt x="3672" y="14354"/>
                  </a:lnTo>
                  <a:cubicBezTo>
                    <a:pt x="3672" y="14970"/>
                    <a:pt x="4191" y="15458"/>
                    <a:pt x="4776" y="15458"/>
                  </a:cubicBezTo>
                  <a:lnTo>
                    <a:pt x="9808" y="15458"/>
                  </a:lnTo>
                  <a:cubicBezTo>
                    <a:pt x="10492" y="15458"/>
                    <a:pt x="11042" y="14905"/>
                    <a:pt x="11042" y="14256"/>
                  </a:cubicBezTo>
                  <a:lnTo>
                    <a:pt x="11042" y="13736"/>
                  </a:lnTo>
                  <a:cubicBezTo>
                    <a:pt x="12082" y="13151"/>
                    <a:pt x="12960" y="12307"/>
                    <a:pt x="13609" y="11268"/>
                  </a:cubicBezTo>
                  <a:cubicBezTo>
                    <a:pt x="14355" y="10099"/>
                    <a:pt x="14745" y="8735"/>
                    <a:pt x="14745" y="7340"/>
                  </a:cubicBezTo>
                  <a:cubicBezTo>
                    <a:pt x="14745" y="5391"/>
                    <a:pt x="13965" y="3539"/>
                    <a:pt x="12601" y="2143"/>
                  </a:cubicBezTo>
                  <a:cubicBezTo>
                    <a:pt x="11206" y="746"/>
                    <a:pt x="9354" y="0"/>
                    <a:pt x="7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" name="Google Shape;28680;p110">
              <a:extLst>
                <a:ext uri="{FF2B5EF4-FFF2-40B4-BE49-F238E27FC236}">
                  <a16:creationId xmlns:a16="http://schemas.microsoft.com/office/drawing/2014/main" id="{4312886D-0298-EDA6-EDE1-0800F3139757}"/>
                </a:ext>
              </a:extLst>
            </p:cNvPr>
            <p:cNvSpPr/>
            <p:nvPr/>
          </p:nvSpPr>
          <p:spPr>
            <a:xfrm>
              <a:off x="6092420" y="2271842"/>
              <a:ext cx="141700" cy="104079"/>
            </a:xfrm>
            <a:custGeom>
              <a:avLst/>
              <a:gdLst/>
              <a:ahLst/>
              <a:cxnLst/>
              <a:rect l="l" t="t" r="r" b="b"/>
              <a:pathLst>
                <a:path w="7341" h="5392" extrusionOk="0">
                  <a:moveTo>
                    <a:pt x="6041" y="1266"/>
                  </a:moveTo>
                  <a:lnTo>
                    <a:pt x="6041" y="2404"/>
                  </a:lnTo>
                  <a:lnTo>
                    <a:pt x="5587" y="2404"/>
                  </a:lnTo>
                  <a:cubicBezTo>
                    <a:pt x="5231" y="2404"/>
                    <a:pt x="4937" y="2663"/>
                    <a:pt x="4937" y="3019"/>
                  </a:cubicBezTo>
                  <a:cubicBezTo>
                    <a:pt x="4937" y="3638"/>
                    <a:pt x="4353" y="4124"/>
                    <a:pt x="3672" y="4124"/>
                  </a:cubicBezTo>
                  <a:cubicBezTo>
                    <a:pt x="2957" y="4124"/>
                    <a:pt x="2373" y="3638"/>
                    <a:pt x="2373" y="3019"/>
                  </a:cubicBezTo>
                  <a:cubicBezTo>
                    <a:pt x="2373" y="2663"/>
                    <a:pt x="2113" y="2404"/>
                    <a:pt x="1723" y="2404"/>
                  </a:cubicBezTo>
                  <a:lnTo>
                    <a:pt x="1300" y="2404"/>
                  </a:lnTo>
                  <a:lnTo>
                    <a:pt x="1300" y="1266"/>
                  </a:lnTo>
                  <a:close/>
                  <a:moveTo>
                    <a:pt x="650" y="0"/>
                  </a:moveTo>
                  <a:cubicBezTo>
                    <a:pt x="294" y="0"/>
                    <a:pt x="1" y="291"/>
                    <a:pt x="1" y="650"/>
                  </a:cubicBezTo>
                  <a:lnTo>
                    <a:pt x="1" y="3019"/>
                  </a:lnTo>
                  <a:cubicBezTo>
                    <a:pt x="1" y="3378"/>
                    <a:pt x="294" y="3669"/>
                    <a:pt x="650" y="3669"/>
                  </a:cubicBezTo>
                  <a:lnTo>
                    <a:pt x="1170" y="3669"/>
                  </a:lnTo>
                  <a:cubicBezTo>
                    <a:pt x="1495" y="4677"/>
                    <a:pt x="2469" y="5391"/>
                    <a:pt x="3672" y="5391"/>
                  </a:cubicBezTo>
                  <a:cubicBezTo>
                    <a:pt x="4841" y="5391"/>
                    <a:pt x="5846" y="4677"/>
                    <a:pt x="6140" y="3669"/>
                  </a:cubicBezTo>
                  <a:lnTo>
                    <a:pt x="6691" y="3669"/>
                  </a:lnTo>
                  <a:cubicBezTo>
                    <a:pt x="7049" y="3669"/>
                    <a:pt x="7340" y="3378"/>
                    <a:pt x="7340" y="3019"/>
                  </a:cubicBezTo>
                  <a:lnTo>
                    <a:pt x="7340" y="650"/>
                  </a:lnTo>
                  <a:cubicBezTo>
                    <a:pt x="7340" y="291"/>
                    <a:pt x="7049" y="0"/>
                    <a:pt x="6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10" name="Google Shape;39250;p130">
            <a:extLst>
              <a:ext uri="{FF2B5EF4-FFF2-40B4-BE49-F238E27FC236}">
                <a16:creationId xmlns:a16="http://schemas.microsoft.com/office/drawing/2014/main" id="{29AE4E46-E670-3F08-EB3A-1DA5666A6E81}"/>
              </a:ext>
            </a:extLst>
          </p:cNvPr>
          <p:cNvGrpSpPr/>
          <p:nvPr/>
        </p:nvGrpSpPr>
        <p:grpSpPr>
          <a:xfrm>
            <a:off x="1601753" y="3691304"/>
            <a:ext cx="358229" cy="314961"/>
            <a:chOff x="-45664625" y="2352225"/>
            <a:chExt cx="300125" cy="263875"/>
          </a:xfrm>
        </p:grpSpPr>
        <p:sp>
          <p:nvSpPr>
            <p:cNvPr id="11" name="Google Shape;39251;p130">
              <a:extLst>
                <a:ext uri="{FF2B5EF4-FFF2-40B4-BE49-F238E27FC236}">
                  <a16:creationId xmlns:a16="http://schemas.microsoft.com/office/drawing/2014/main" id="{6EE558F8-EB2F-AA35-419A-B24C0DF00CFB}"/>
                </a:ext>
              </a:extLst>
            </p:cNvPr>
            <p:cNvSpPr/>
            <p:nvPr/>
          </p:nvSpPr>
          <p:spPr>
            <a:xfrm>
              <a:off x="-45664625" y="2352225"/>
              <a:ext cx="300125" cy="263875"/>
            </a:xfrm>
            <a:custGeom>
              <a:avLst/>
              <a:gdLst/>
              <a:ahLst/>
              <a:cxnLst/>
              <a:rect l="l" t="t" r="r" b="b"/>
              <a:pathLst>
                <a:path w="12005" h="10555" extrusionOk="0">
                  <a:moveTo>
                    <a:pt x="10965" y="694"/>
                  </a:moveTo>
                  <a:cubicBezTo>
                    <a:pt x="11154" y="694"/>
                    <a:pt x="11311" y="851"/>
                    <a:pt x="11311" y="1072"/>
                  </a:cubicBezTo>
                  <a:lnTo>
                    <a:pt x="11311" y="2836"/>
                  </a:lnTo>
                  <a:lnTo>
                    <a:pt x="726" y="2836"/>
                  </a:lnTo>
                  <a:lnTo>
                    <a:pt x="726" y="1072"/>
                  </a:lnTo>
                  <a:cubicBezTo>
                    <a:pt x="694" y="851"/>
                    <a:pt x="852" y="694"/>
                    <a:pt x="1072" y="694"/>
                  </a:cubicBezTo>
                  <a:close/>
                  <a:moveTo>
                    <a:pt x="11311" y="3498"/>
                  </a:moveTo>
                  <a:lnTo>
                    <a:pt x="11311" y="9484"/>
                  </a:lnTo>
                  <a:cubicBezTo>
                    <a:pt x="11311" y="9673"/>
                    <a:pt x="11154" y="9830"/>
                    <a:pt x="10933" y="9830"/>
                  </a:cubicBezTo>
                  <a:lnTo>
                    <a:pt x="1072" y="9830"/>
                  </a:lnTo>
                  <a:cubicBezTo>
                    <a:pt x="852" y="9830"/>
                    <a:pt x="694" y="9673"/>
                    <a:pt x="694" y="9484"/>
                  </a:cubicBezTo>
                  <a:lnTo>
                    <a:pt x="694" y="3498"/>
                  </a:lnTo>
                  <a:close/>
                  <a:moveTo>
                    <a:pt x="1072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9484"/>
                  </a:lnTo>
                  <a:cubicBezTo>
                    <a:pt x="1" y="10082"/>
                    <a:pt x="473" y="10555"/>
                    <a:pt x="1072" y="10555"/>
                  </a:cubicBezTo>
                  <a:lnTo>
                    <a:pt x="10933" y="10555"/>
                  </a:lnTo>
                  <a:cubicBezTo>
                    <a:pt x="11532" y="10555"/>
                    <a:pt x="12004" y="10082"/>
                    <a:pt x="12004" y="9484"/>
                  </a:cubicBezTo>
                  <a:lnTo>
                    <a:pt x="12004" y="1040"/>
                  </a:lnTo>
                  <a:cubicBezTo>
                    <a:pt x="11973" y="473"/>
                    <a:pt x="11500" y="1"/>
                    <a:pt x="10933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9252;p130">
              <a:extLst>
                <a:ext uri="{FF2B5EF4-FFF2-40B4-BE49-F238E27FC236}">
                  <a16:creationId xmlns:a16="http://schemas.microsoft.com/office/drawing/2014/main" id="{AD70E6C5-0273-CA19-8301-6275EAA7F464}"/>
                </a:ext>
              </a:extLst>
            </p:cNvPr>
            <p:cNvSpPr/>
            <p:nvPr/>
          </p:nvSpPr>
          <p:spPr>
            <a:xfrm>
              <a:off x="-45612625" y="2475100"/>
              <a:ext cx="55150" cy="88225"/>
            </a:xfrm>
            <a:custGeom>
              <a:avLst/>
              <a:gdLst/>
              <a:ahLst/>
              <a:cxnLst/>
              <a:rect l="l" t="t" r="r" b="b"/>
              <a:pathLst>
                <a:path w="2206" h="3529" extrusionOk="0">
                  <a:moveTo>
                    <a:pt x="1808" y="0"/>
                  </a:moveTo>
                  <a:cubicBezTo>
                    <a:pt x="1717" y="0"/>
                    <a:pt x="1623" y="32"/>
                    <a:pt x="1544" y="95"/>
                  </a:cubicBezTo>
                  <a:lnTo>
                    <a:pt x="126" y="1513"/>
                  </a:lnTo>
                  <a:cubicBezTo>
                    <a:pt x="0" y="1607"/>
                    <a:pt x="0" y="1859"/>
                    <a:pt x="126" y="2017"/>
                  </a:cubicBezTo>
                  <a:lnTo>
                    <a:pt x="1544" y="3434"/>
                  </a:lnTo>
                  <a:cubicBezTo>
                    <a:pt x="1607" y="3497"/>
                    <a:pt x="1694" y="3529"/>
                    <a:pt x="1784" y="3529"/>
                  </a:cubicBezTo>
                  <a:cubicBezTo>
                    <a:pt x="1875" y="3529"/>
                    <a:pt x="1969" y="3497"/>
                    <a:pt x="2048" y="3434"/>
                  </a:cubicBezTo>
                  <a:cubicBezTo>
                    <a:pt x="2174" y="3308"/>
                    <a:pt x="2174" y="3088"/>
                    <a:pt x="2048" y="2930"/>
                  </a:cubicBezTo>
                  <a:lnTo>
                    <a:pt x="914" y="1765"/>
                  </a:lnTo>
                  <a:lnTo>
                    <a:pt x="2048" y="631"/>
                  </a:lnTo>
                  <a:cubicBezTo>
                    <a:pt x="2206" y="473"/>
                    <a:pt x="2206" y="252"/>
                    <a:pt x="2048" y="95"/>
                  </a:cubicBezTo>
                  <a:cubicBezTo>
                    <a:pt x="1985" y="32"/>
                    <a:pt x="1898" y="0"/>
                    <a:pt x="180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9253;p130">
              <a:extLst>
                <a:ext uri="{FF2B5EF4-FFF2-40B4-BE49-F238E27FC236}">
                  <a16:creationId xmlns:a16="http://schemas.microsoft.com/office/drawing/2014/main" id="{7026C979-89E6-3F4F-F456-E45ADBFB93A4}"/>
                </a:ext>
              </a:extLst>
            </p:cNvPr>
            <p:cNvSpPr/>
            <p:nvPr/>
          </p:nvSpPr>
          <p:spPr>
            <a:xfrm>
              <a:off x="-45471650" y="2475100"/>
              <a:ext cx="54375" cy="86850"/>
            </a:xfrm>
            <a:custGeom>
              <a:avLst/>
              <a:gdLst/>
              <a:ahLst/>
              <a:cxnLst/>
              <a:rect l="l" t="t" r="r" b="b"/>
              <a:pathLst>
                <a:path w="2175" h="3474" extrusionOk="0">
                  <a:moveTo>
                    <a:pt x="391" y="0"/>
                  </a:moveTo>
                  <a:cubicBezTo>
                    <a:pt x="300" y="0"/>
                    <a:pt x="205" y="32"/>
                    <a:pt x="127" y="95"/>
                  </a:cubicBezTo>
                  <a:cubicBezTo>
                    <a:pt x="1" y="189"/>
                    <a:pt x="1" y="441"/>
                    <a:pt x="127" y="599"/>
                  </a:cubicBezTo>
                  <a:lnTo>
                    <a:pt x="1261" y="1733"/>
                  </a:lnTo>
                  <a:lnTo>
                    <a:pt x="127" y="2867"/>
                  </a:lnTo>
                  <a:cubicBezTo>
                    <a:pt x="1" y="2993"/>
                    <a:pt x="1" y="3245"/>
                    <a:pt x="127" y="3403"/>
                  </a:cubicBezTo>
                  <a:cubicBezTo>
                    <a:pt x="174" y="3450"/>
                    <a:pt x="261" y="3474"/>
                    <a:pt x="355" y="3474"/>
                  </a:cubicBezTo>
                  <a:cubicBezTo>
                    <a:pt x="450" y="3474"/>
                    <a:pt x="552" y="3450"/>
                    <a:pt x="631" y="3403"/>
                  </a:cubicBezTo>
                  <a:lnTo>
                    <a:pt x="2048" y="1985"/>
                  </a:lnTo>
                  <a:cubicBezTo>
                    <a:pt x="2174" y="1859"/>
                    <a:pt x="2174" y="1607"/>
                    <a:pt x="2048" y="1450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9254;p130">
              <a:extLst>
                <a:ext uri="{FF2B5EF4-FFF2-40B4-BE49-F238E27FC236}">
                  <a16:creationId xmlns:a16="http://schemas.microsoft.com/office/drawing/2014/main" id="{60163413-0DFF-9F04-22C5-49DC00FB307E}"/>
                </a:ext>
              </a:extLst>
            </p:cNvPr>
            <p:cNvSpPr/>
            <p:nvPr/>
          </p:nvSpPr>
          <p:spPr>
            <a:xfrm>
              <a:off x="-45542525" y="2456975"/>
              <a:ext cx="55150" cy="123300"/>
            </a:xfrm>
            <a:custGeom>
              <a:avLst/>
              <a:gdLst/>
              <a:ahLst/>
              <a:cxnLst/>
              <a:rect l="l" t="t" r="r" b="b"/>
              <a:pathLst>
                <a:path w="2206" h="4932" extrusionOk="0">
                  <a:moveTo>
                    <a:pt x="1791" y="0"/>
                  </a:moveTo>
                  <a:cubicBezTo>
                    <a:pt x="1651" y="0"/>
                    <a:pt x="1529" y="108"/>
                    <a:pt x="1481" y="253"/>
                  </a:cubicBezTo>
                  <a:lnTo>
                    <a:pt x="63" y="4474"/>
                  </a:lnTo>
                  <a:cubicBezTo>
                    <a:pt x="0" y="4664"/>
                    <a:pt x="126" y="4853"/>
                    <a:pt x="315" y="4916"/>
                  </a:cubicBezTo>
                  <a:cubicBezTo>
                    <a:pt x="349" y="4927"/>
                    <a:pt x="382" y="4932"/>
                    <a:pt x="415" y="4932"/>
                  </a:cubicBezTo>
                  <a:cubicBezTo>
                    <a:pt x="567" y="4932"/>
                    <a:pt x="704" y="4819"/>
                    <a:pt x="756" y="4664"/>
                  </a:cubicBezTo>
                  <a:lnTo>
                    <a:pt x="2174" y="442"/>
                  </a:lnTo>
                  <a:cubicBezTo>
                    <a:pt x="2206" y="284"/>
                    <a:pt x="2111" y="95"/>
                    <a:pt x="1922" y="32"/>
                  </a:cubicBezTo>
                  <a:cubicBezTo>
                    <a:pt x="1878" y="10"/>
                    <a:pt x="1834" y="0"/>
                    <a:pt x="179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9255;p130">
              <a:extLst>
                <a:ext uri="{FF2B5EF4-FFF2-40B4-BE49-F238E27FC236}">
                  <a16:creationId xmlns:a16="http://schemas.microsoft.com/office/drawing/2014/main" id="{7151C848-48C3-2C47-1F29-E5FCAF1A7AC6}"/>
                </a:ext>
              </a:extLst>
            </p:cNvPr>
            <p:cNvSpPr/>
            <p:nvPr/>
          </p:nvSpPr>
          <p:spPr>
            <a:xfrm>
              <a:off x="-45541750" y="2386100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32" y="567"/>
                    <a:pt x="221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89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9256;p130">
              <a:extLst>
                <a:ext uri="{FF2B5EF4-FFF2-40B4-BE49-F238E27FC236}">
                  <a16:creationId xmlns:a16="http://schemas.microsoft.com/office/drawing/2014/main" id="{184CF27D-97FB-50D8-3B23-0D7FCA731217}"/>
                </a:ext>
              </a:extLst>
            </p:cNvPr>
            <p:cNvSpPr/>
            <p:nvPr/>
          </p:nvSpPr>
          <p:spPr>
            <a:xfrm>
              <a:off x="-45488175" y="238610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89"/>
                    <a:pt x="1260" y="0"/>
                    <a:pt x="104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9257;p130">
              <a:extLst>
                <a:ext uri="{FF2B5EF4-FFF2-40B4-BE49-F238E27FC236}">
                  <a16:creationId xmlns:a16="http://schemas.microsoft.com/office/drawing/2014/main" id="{92622FF3-4674-E562-3E0F-B7B9B56B796A}"/>
                </a:ext>
              </a:extLst>
            </p:cNvPr>
            <p:cNvSpPr/>
            <p:nvPr/>
          </p:nvSpPr>
          <p:spPr>
            <a:xfrm>
              <a:off x="-45436200" y="2386100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cubicBezTo>
                    <a:pt x="32" y="567"/>
                    <a:pt x="189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89"/>
                    <a:pt x="1261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11">
          <a:extLst>
            <a:ext uri="{FF2B5EF4-FFF2-40B4-BE49-F238E27FC236}">
              <a16:creationId xmlns:a16="http://schemas.microsoft.com/office/drawing/2014/main" id="{F8FA4DFC-C7D1-593A-5786-EDA51DDB4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12" name="Google Shape;27712;p62">
            <a:extLst>
              <a:ext uri="{FF2B5EF4-FFF2-40B4-BE49-F238E27FC236}">
                <a16:creationId xmlns:a16="http://schemas.microsoft.com/office/drawing/2014/main" id="{5D318D20-F18E-A5E4-957F-E3A881158E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5700" y="2487775"/>
            <a:ext cx="3813000" cy="889800"/>
          </a:xfrm>
          <a:prstGeom prst="rect">
            <a:avLst/>
          </a:prstGeom>
        </p:spPr>
        <p:txBody>
          <a:bodyPr spcFirstLastPara="1" wrap="square" lIns="91425" tIns="64000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27713" name="Google Shape;27713;p62">
            <a:extLst>
              <a:ext uri="{FF2B5EF4-FFF2-40B4-BE49-F238E27FC236}">
                <a16:creationId xmlns:a16="http://schemas.microsoft.com/office/drawing/2014/main" id="{308E679F-1298-129D-38D5-6C784CC767A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22900" y="1405752"/>
            <a:ext cx="1645800" cy="1097400"/>
          </a:xfrm>
          <a:prstGeom prst="rect">
            <a:avLst/>
          </a:prstGeom>
        </p:spPr>
        <p:txBody>
          <a:bodyPr spcFirstLastPara="1" wrap="square" lIns="91425" tIns="64000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79908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26" name="Google Shape;27026;p54"/>
          <p:cNvSpPr/>
          <p:nvPr/>
        </p:nvSpPr>
        <p:spPr>
          <a:xfrm>
            <a:off x="3810450" y="1162675"/>
            <a:ext cx="4943700" cy="336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27" name="Google Shape;27027;p54"/>
          <p:cNvSpPr/>
          <p:nvPr/>
        </p:nvSpPr>
        <p:spPr>
          <a:xfrm>
            <a:off x="3962850" y="1315075"/>
            <a:ext cx="4943700" cy="336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28" name="Google Shape;27028;p54"/>
          <p:cNvSpPr txBox="1">
            <a:spLocks noGrp="1"/>
          </p:cNvSpPr>
          <p:nvPr>
            <p:ph type="title"/>
          </p:nvPr>
        </p:nvSpPr>
        <p:spPr>
          <a:xfrm>
            <a:off x="313700" y="368725"/>
            <a:ext cx="8516700" cy="576000"/>
          </a:xfrm>
          <a:prstGeom prst="rect">
            <a:avLst/>
          </a:prstGeom>
        </p:spPr>
        <p:txBody>
          <a:bodyPr spcFirstLastPara="1" wrap="square" lIns="91425" tIns="640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Onion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EF8648-6524-797D-029B-54D8447ED0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1" t="1136" r="1221" b="2291"/>
          <a:stretch>
            <a:fillRect/>
          </a:stretch>
        </p:blipFill>
        <p:spPr>
          <a:xfrm>
            <a:off x="3886600" y="1254503"/>
            <a:ext cx="4956788" cy="3364500"/>
          </a:xfrm>
          <a:prstGeom prst="rect">
            <a:avLst/>
          </a:prstGeom>
        </p:spPr>
      </p:pic>
      <p:sp>
        <p:nvSpPr>
          <p:cNvPr id="12" name="Google Shape;27795;p66">
            <a:extLst>
              <a:ext uri="{FF2B5EF4-FFF2-40B4-BE49-F238E27FC236}">
                <a16:creationId xmlns:a16="http://schemas.microsoft.com/office/drawing/2014/main" id="{695F1C26-F90E-9359-0616-D358BDCF9206}"/>
              </a:ext>
            </a:extLst>
          </p:cNvPr>
          <p:cNvSpPr txBox="1">
            <a:spLocks/>
          </p:cNvSpPr>
          <p:nvPr/>
        </p:nvSpPr>
        <p:spPr>
          <a:xfrm>
            <a:off x="237450" y="1254503"/>
            <a:ext cx="33321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pPr algn="l"/>
            <a:r>
              <a:rPr lang="en-GB" sz="1600" dirty="0"/>
              <a:t>Philosophy:</a:t>
            </a:r>
          </a:p>
        </p:txBody>
      </p:sp>
      <p:sp>
        <p:nvSpPr>
          <p:cNvPr id="13" name="Google Shape;27796;p66">
            <a:extLst>
              <a:ext uri="{FF2B5EF4-FFF2-40B4-BE49-F238E27FC236}">
                <a16:creationId xmlns:a16="http://schemas.microsoft.com/office/drawing/2014/main" id="{C97EE8D2-9704-13B4-37B0-CD40CB8BAC5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26165" y="1346021"/>
            <a:ext cx="1325336" cy="3343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Interpretivism</a:t>
            </a:r>
            <a:endParaRPr dirty="0"/>
          </a:p>
        </p:txBody>
      </p:sp>
      <p:sp>
        <p:nvSpPr>
          <p:cNvPr id="33" name="Google Shape;27795;p66">
            <a:extLst>
              <a:ext uri="{FF2B5EF4-FFF2-40B4-BE49-F238E27FC236}">
                <a16:creationId xmlns:a16="http://schemas.microsoft.com/office/drawing/2014/main" id="{B08A8139-B82A-5433-FF39-E9CC9D40801F}"/>
              </a:ext>
            </a:extLst>
          </p:cNvPr>
          <p:cNvSpPr txBox="1">
            <a:spLocks/>
          </p:cNvSpPr>
          <p:nvPr/>
        </p:nvSpPr>
        <p:spPr>
          <a:xfrm>
            <a:off x="237450" y="1733980"/>
            <a:ext cx="33321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pPr algn="l"/>
            <a:r>
              <a:rPr lang="en-GB" sz="1600" dirty="0"/>
              <a:t>Approach:</a:t>
            </a:r>
          </a:p>
        </p:txBody>
      </p:sp>
      <p:sp>
        <p:nvSpPr>
          <p:cNvPr id="34" name="Google Shape;27796;p66">
            <a:extLst>
              <a:ext uri="{FF2B5EF4-FFF2-40B4-BE49-F238E27FC236}">
                <a16:creationId xmlns:a16="http://schemas.microsoft.com/office/drawing/2014/main" id="{8E23AD6F-5ECA-B597-9F05-39F4CD126A0D}"/>
              </a:ext>
            </a:extLst>
          </p:cNvPr>
          <p:cNvSpPr txBox="1">
            <a:spLocks/>
          </p:cNvSpPr>
          <p:nvPr/>
        </p:nvSpPr>
        <p:spPr>
          <a:xfrm>
            <a:off x="1488436" y="1824169"/>
            <a:ext cx="1325336" cy="334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GB" dirty="0"/>
              <a:t>Inductive</a:t>
            </a:r>
          </a:p>
        </p:txBody>
      </p:sp>
      <p:sp>
        <p:nvSpPr>
          <p:cNvPr id="35" name="Google Shape;27795;p66">
            <a:extLst>
              <a:ext uri="{FF2B5EF4-FFF2-40B4-BE49-F238E27FC236}">
                <a16:creationId xmlns:a16="http://schemas.microsoft.com/office/drawing/2014/main" id="{44053D83-FAEF-11D8-D7BD-1402F83E6FD7}"/>
              </a:ext>
            </a:extLst>
          </p:cNvPr>
          <p:cNvSpPr txBox="1">
            <a:spLocks/>
          </p:cNvSpPr>
          <p:nvPr/>
        </p:nvSpPr>
        <p:spPr>
          <a:xfrm>
            <a:off x="237450" y="2236900"/>
            <a:ext cx="33321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pPr algn="l"/>
            <a:r>
              <a:rPr lang="en-GB" sz="1600" dirty="0"/>
              <a:t>Strategy:</a:t>
            </a:r>
          </a:p>
        </p:txBody>
      </p:sp>
      <p:sp>
        <p:nvSpPr>
          <p:cNvPr id="36" name="Google Shape;27796;p66">
            <a:extLst>
              <a:ext uri="{FF2B5EF4-FFF2-40B4-BE49-F238E27FC236}">
                <a16:creationId xmlns:a16="http://schemas.microsoft.com/office/drawing/2014/main" id="{05A35903-6F32-3906-B38B-D862B6BDC8FE}"/>
              </a:ext>
            </a:extLst>
          </p:cNvPr>
          <p:cNvSpPr txBox="1">
            <a:spLocks/>
          </p:cNvSpPr>
          <p:nvPr/>
        </p:nvSpPr>
        <p:spPr>
          <a:xfrm>
            <a:off x="1361389" y="2328418"/>
            <a:ext cx="1325336" cy="334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GB" dirty="0"/>
              <a:t>Experimental</a:t>
            </a:r>
          </a:p>
        </p:txBody>
      </p:sp>
      <p:sp>
        <p:nvSpPr>
          <p:cNvPr id="37" name="Google Shape;27795;p66">
            <a:extLst>
              <a:ext uri="{FF2B5EF4-FFF2-40B4-BE49-F238E27FC236}">
                <a16:creationId xmlns:a16="http://schemas.microsoft.com/office/drawing/2014/main" id="{7FCE9F66-6835-EEA3-C830-3163042C9348}"/>
              </a:ext>
            </a:extLst>
          </p:cNvPr>
          <p:cNvSpPr txBox="1">
            <a:spLocks/>
          </p:cNvSpPr>
          <p:nvPr/>
        </p:nvSpPr>
        <p:spPr>
          <a:xfrm>
            <a:off x="237450" y="2726387"/>
            <a:ext cx="33321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pPr algn="l"/>
            <a:r>
              <a:rPr lang="en-GB" sz="1600" dirty="0"/>
              <a:t>Choice:</a:t>
            </a:r>
          </a:p>
        </p:txBody>
      </p:sp>
      <p:sp>
        <p:nvSpPr>
          <p:cNvPr id="38" name="Google Shape;27796;p66">
            <a:extLst>
              <a:ext uri="{FF2B5EF4-FFF2-40B4-BE49-F238E27FC236}">
                <a16:creationId xmlns:a16="http://schemas.microsoft.com/office/drawing/2014/main" id="{AA56A057-9151-6137-C264-3361853DEEF8}"/>
              </a:ext>
            </a:extLst>
          </p:cNvPr>
          <p:cNvSpPr txBox="1">
            <a:spLocks/>
          </p:cNvSpPr>
          <p:nvPr/>
        </p:nvSpPr>
        <p:spPr>
          <a:xfrm>
            <a:off x="1228271" y="2810677"/>
            <a:ext cx="2121123" cy="334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GB" dirty="0"/>
              <a:t>Mono-method qualitative</a:t>
            </a:r>
          </a:p>
        </p:txBody>
      </p:sp>
      <p:sp>
        <p:nvSpPr>
          <p:cNvPr id="39" name="Google Shape;27795;p66">
            <a:extLst>
              <a:ext uri="{FF2B5EF4-FFF2-40B4-BE49-F238E27FC236}">
                <a16:creationId xmlns:a16="http://schemas.microsoft.com/office/drawing/2014/main" id="{457EC7C9-F733-30E3-69C8-9976B89420D6}"/>
              </a:ext>
            </a:extLst>
          </p:cNvPr>
          <p:cNvSpPr txBox="1">
            <a:spLocks/>
          </p:cNvSpPr>
          <p:nvPr/>
        </p:nvSpPr>
        <p:spPr>
          <a:xfrm>
            <a:off x="237450" y="3201418"/>
            <a:ext cx="33321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pPr algn="l"/>
            <a:r>
              <a:rPr lang="en-GB" sz="1600" dirty="0"/>
              <a:t>Time Horizon:</a:t>
            </a:r>
          </a:p>
        </p:txBody>
      </p:sp>
      <p:sp>
        <p:nvSpPr>
          <p:cNvPr id="40" name="Google Shape;27796;p66">
            <a:extLst>
              <a:ext uri="{FF2B5EF4-FFF2-40B4-BE49-F238E27FC236}">
                <a16:creationId xmlns:a16="http://schemas.microsoft.com/office/drawing/2014/main" id="{3C392243-B547-DC6E-5C74-A47491033E2A}"/>
              </a:ext>
            </a:extLst>
          </p:cNvPr>
          <p:cNvSpPr txBox="1">
            <a:spLocks/>
          </p:cNvSpPr>
          <p:nvPr/>
        </p:nvSpPr>
        <p:spPr>
          <a:xfrm>
            <a:off x="1903500" y="3285708"/>
            <a:ext cx="1596158" cy="334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GB" dirty="0"/>
              <a:t>Cross-sectional</a:t>
            </a:r>
          </a:p>
        </p:txBody>
      </p:sp>
      <p:sp>
        <p:nvSpPr>
          <p:cNvPr id="41" name="Google Shape;27795;p66">
            <a:extLst>
              <a:ext uri="{FF2B5EF4-FFF2-40B4-BE49-F238E27FC236}">
                <a16:creationId xmlns:a16="http://schemas.microsoft.com/office/drawing/2014/main" id="{11483F46-2868-A97B-601A-9EE09C6557D5}"/>
              </a:ext>
            </a:extLst>
          </p:cNvPr>
          <p:cNvSpPr txBox="1">
            <a:spLocks/>
          </p:cNvSpPr>
          <p:nvPr/>
        </p:nvSpPr>
        <p:spPr>
          <a:xfrm>
            <a:off x="237450" y="3672453"/>
            <a:ext cx="33321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pPr algn="l"/>
            <a:r>
              <a:rPr lang="en-GB" sz="1600" dirty="0"/>
              <a:t>Techniques:</a:t>
            </a:r>
          </a:p>
        </p:txBody>
      </p:sp>
      <p:sp>
        <p:nvSpPr>
          <p:cNvPr id="42" name="Google Shape;27796;p66">
            <a:extLst>
              <a:ext uri="{FF2B5EF4-FFF2-40B4-BE49-F238E27FC236}">
                <a16:creationId xmlns:a16="http://schemas.microsoft.com/office/drawing/2014/main" id="{5CF03702-B7BA-0319-62A7-E32815AB3780}"/>
              </a:ext>
            </a:extLst>
          </p:cNvPr>
          <p:cNvSpPr txBox="1">
            <a:spLocks/>
          </p:cNvSpPr>
          <p:nvPr/>
        </p:nvSpPr>
        <p:spPr>
          <a:xfrm>
            <a:off x="1727753" y="3775194"/>
            <a:ext cx="201953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GB" dirty="0"/>
              <a:t>Observations &amp; Semi-structured Interviews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76" name="Google Shape;27976;p79"/>
          <p:cNvSpPr txBox="1">
            <a:spLocks noGrp="1"/>
          </p:cNvSpPr>
          <p:nvPr>
            <p:ph type="title"/>
          </p:nvPr>
        </p:nvSpPr>
        <p:spPr>
          <a:xfrm>
            <a:off x="720100" y="368725"/>
            <a:ext cx="7704000" cy="576000"/>
          </a:xfrm>
          <a:prstGeom prst="rect">
            <a:avLst/>
          </a:prstGeom>
        </p:spPr>
        <p:txBody>
          <a:bodyPr spcFirstLastPara="1" wrap="square" lIns="91425" tIns="640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Pipeline</a:t>
            </a:r>
            <a:endParaRPr dirty="0"/>
          </a:p>
        </p:txBody>
      </p:sp>
      <p:sp>
        <p:nvSpPr>
          <p:cNvPr id="27977" name="Google Shape;27977;p79"/>
          <p:cNvSpPr txBox="1"/>
          <p:nvPr/>
        </p:nvSpPr>
        <p:spPr>
          <a:xfrm flipH="1">
            <a:off x="151712" y="1930110"/>
            <a:ext cx="1627392" cy="74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Literature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Review</a:t>
            </a:r>
            <a:endParaRPr sz="2000" dirty="0">
              <a:solidFill>
                <a:schemeClr val="dk2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7979" name="Google Shape;27979;p79"/>
          <p:cNvSpPr txBox="1"/>
          <p:nvPr/>
        </p:nvSpPr>
        <p:spPr>
          <a:xfrm flipH="1">
            <a:off x="1098341" y="3451488"/>
            <a:ext cx="2143200" cy="824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Dashboard Design</a:t>
            </a:r>
            <a:endParaRPr sz="2000" dirty="0">
              <a:solidFill>
                <a:schemeClr val="lt2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7981" name="Google Shape;27981;p79"/>
          <p:cNvSpPr txBox="1"/>
          <p:nvPr/>
        </p:nvSpPr>
        <p:spPr>
          <a:xfrm flipH="1">
            <a:off x="2231304" y="1930110"/>
            <a:ext cx="2143200" cy="74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Hi-Fi Prototypes</a:t>
            </a:r>
            <a:endParaRPr sz="2000" dirty="0">
              <a:solidFill>
                <a:schemeClr val="dk2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7983" name="Google Shape;27983;p79"/>
          <p:cNvSpPr txBox="1"/>
          <p:nvPr/>
        </p:nvSpPr>
        <p:spPr>
          <a:xfrm flipH="1">
            <a:off x="3409480" y="3470951"/>
            <a:ext cx="2143200" cy="78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Participant Testing</a:t>
            </a:r>
            <a:endParaRPr sz="2000" dirty="0">
              <a:solidFill>
                <a:schemeClr val="lt2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cxnSp>
        <p:nvCxnSpPr>
          <p:cNvPr id="27985" name="Google Shape;27985;p79"/>
          <p:cNvCxnSpPr>
            <a:cxnSpLocks/>
          </p:cNvCxnSpPr>
          <p:nvPr/>
        </p:nvCxnSpPr>
        <p:spPr>
          <a:xfrm>
            <a:off x="511889" y="2899860"/>
            <a:ext cx="395978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986" name="Google Shape;27986;p79"/>
          <p:cNvSpPr/>
          <p:nvPr/>
        </p:nvSpPr>
        <p:spPr>
          <a:xfrm>
            <a:off x="903251" y="2832458"/>
            <a:ext cx="122727" cy="135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87" name="Google Shape;27987;p79"/>
          <p:cNvSpPr/>
          <p:nvPr/>
        </p:nvSpPr>
        <p:spPr>
          <a:xfrm>
            <a:off x="2081427" y="2834902"/>
            <a:ext cx="122727" cy="13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88" name="Google Shape;27988;p79"/>
          <p:cNvSpPr/>
          <p:nvPr/>
        </p:nvSpPr>
        <p:spPr>
          <a:xfrm>
            <a:off x="3241541" y="2832360"/>
            <a:ext cx="122727" cy="135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89" name="Google Shape;27989;p79"/>
          <p:cNvSpPr/>
          <p:nvPr/>
        </p:nvSpPr>
        <p:spPr>
          <a:xfrm>
            <a:off x="4419717" y="2822934"/>
            <a:ext cx="122727" cy="13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990" name="Google Shape;27990;p79"/>
          <p:cNvCxnSpPr>
            <a:cxnSpLocks/>
          </p:cNvCxnSpPr>
          <p:nvPr/>
        </p:nvCxnSpPr>
        <p:spPr>
          <a:xfrm>
            <a:off x="7948343" y="2883856"/>
            <a:ext cx="565036" cy="657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91" name="Google Shape;27991;p79"/>
          <p:cNvCxnSpPr>
            <a:stCxn id="27988" idx="3"/>
            <a:endCxn id="27989" idx="1"/>
          </p:cNvCxnSpPr>
          <p:nvPr/>
        </p:nvCxnSpPr>
        <p:spPr>
          <a:xfrm flipV="1">
            <a:off x="3364268" y="2890434"/>
            <a:ext cx="1055449" cy="942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92" name="Google Shape;27992;p79"/>
          <p:cNvCxnSpPr>
            <a:stCxn id="27987" idx="3"/>
            <a:endCxn id="27988" idx="1"/>
          </p:cNvCxnSpPr>
          <p:nvPr/>
        </p:nvCxnSpPr>
        <p:spPr>
          <a:xfrm flipV="1">
            <a:off x="2204154" y="2899860"/>
            <a:ext cx="1037387" cy="25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93" name="Google Shape;27993;p79"/>
          <p:cNvCxnSpPr>
            <a:cxnSpLocks/>
            <a:stCxn id="27986" idx="3"/>
            <a:endCxn id="27987" idx="1"/>
          </p:cNvCxnSpPr>
          <p:nvPr/>
        </p:nvCxnSpPr>
        <p:spPr>
          <a:xfrm>
            <a:off x="1025978" y="2899958"/>
            <a:ext cx="1055449" cy="244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27986;p79">
            <a:extLst>
              <a:ext uri="{FF2B5EF4-FFF2-40B4-BE49-F238E27FC236}">
                <a16:creationId xmlns:a16="http://schemas.microsoft.com/office/drawing/2014/main" id="{364C785F-2CDC-17B8-F23F-740EEC85B866}"/>
              </a:ext>
            </a:extLst>
          </p:cNvPr>
          <p:cNvSpPr/>
          <p:nvPr/>
        </p:nvSpPr>
        <p:spPr>
          <a:xfrm>
            <a:off x="7833236" y="2819302"/>
            <a:ext cx="122727" cy="135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" name="Google Shape;27993;p79">
            <a:extLst>
              <a:ext uri="{FF2B5EF4-FFF2-40B4-BE49-F238E27FC236}">
                <a16:creationId xmlns:a16="http://schemas.microsoft.com/office/drawing/2014/main" id="{BF99430D-77B3-0362-04EE-29053A134722}"/>
              </a:ext>
            </a:extLst>
          </p:cNvPr>
          <p:cNvCxnSpPr>
            <a:cxnSpLocks/>
          </p:cNvCxnSpPr>
          <p:nvPr/>
        </p:nvCxnSpPr>
        <p:spPr>
          <a:xfrm>
            <a:off x="4535913" y="2890434"/>
            <a:ext cx="101676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27981;p79">
            <a:extLst>
              <a:ext uri="{FF2B5EF4-FFF2-40B4-BE49-F238E27FC236}">
                <a16:creationId xmlns:a16="http://schemas.microsoft.com/office/drawing/2014/main" id="{71E97633-49EE-54F1-8FD7-509C5A265C7F}"/>
              </a:ext>
            </a:extLst>
          </p:cNvPr>
          <p:cNvSpPr txBox="1"/>
          <p:nvPr/>
        </p:nvSpPr>
        <p:spPr>
          <a:xfrm flipH="1">
            <a:off x="7133417" y="1917654"/>
            <a:ext cx="1522365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Findings</a:t>
            </a:r>
            <a:endParaRPr sz="2000" dirty="0">
              <a:solidFill>
                <a:schemeClr val="dk2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6" name="Google Shape;27988;p79">
            <a:extLst>
              <a:ext uri="{FF2B5EF4-FFF2-40B4-BE49-F238E27FC236}">
                <a16:creationId xmlns:a16="http://schemas.microsoft.com/office/drawing/2014/main" id="{C59EE058-F5E9-151E-2E5B-3A39B781E1CE}"/>
              </a:ext>
            </a:extLst>
          </p:cNvPr>
          <p:cNvSpPr/>
          <p:nvPr/>
        </p:nvSpPr>
        <p:spPr>
          <a:xfrm>
            <a:off x="5518467" y="2822934"/>
            <a:ext cx="122727" cy="135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7983;p79">
            <a:extLst>
              <a:ext uri="{FF2B5EF4-FFF2-40B4-BE49-F238E27FC236}">
                <a16:creationId xmlns:a16="http://schemas.microsoft.com/office/drawing/2014/main" id="{9A1D50BF-765C-BC30-7791-1D0E20535184}"/>
              </a:ext>
            </a:extLst>
          </p:cNvPr>
          <p:cNvSpPr txBox="1"/>
          <p:nvPr/>
        </p:nvSpPr>
        <p:spPr>
          <a:xfrm flipH="1">
            <a:off x="4508230" y="1930110"/>
            <a:ext cx="2143200" cy="78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Observations &amp; Interviews</a:t>
            </a:r>
            <a:endParaRPr sz="2000" dirty="0">
              <a:solidFill>
                <a:schemeClr val="lt2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0" name="Google Shape;27989;p79">
            <a:extLst>
              <a:ext uri="{FF2B5EF4-FFF2-40B4-BE49-F238E27FC236}">
                <a16:creationId xmlns:a16="http://schemas.microsoft.com/office/drawing/2014/main" id="{27D4DEF2-654F-0BE7-2A1F-56D4AF93EA06}"/>
              </a:ext>
            </a:extLst>
          </p:cNvPr>
          <p:cNvSpPr/>
          <p:nvPr/>
        </p:nvSpPr>
        <p:spPr>
          <a:xfrm>
            <a:off x="6696643" y="2816356"/>
            <a:ext cx="122727" cy="13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27991;p79">
            <a:extLst>
              <a:ext uri="{FF2B5EF4-FFF2-40B4-BE49-F238E27FC236}">
                <a16:creationId xmlns:a16="http://schemas.microsoft.com/office/drawing/2014/main" id="{EC24EEE3-4F7B-D7C4-E761-6FF357B50349}"/>
              </a:ext>
            </a:extLst>
          </p:cNvPr>
          <p:cNvCxnSpPr>
            <a:endCxn id="20" idx="1"/>
          </p:cNvCxnSpPr>
          <p:nvPr/>
        </p:nvCxnSpPr>
        <p:spPr>
          <a:xfrm flipV="1">
            <a:off x="5641194" y="2883856"/>
            <a:ext cx="1055449" cy="942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7993;p79">
            <a:extLst>
              <a:ext uri="{FF2B5EF4-FFF2-40B4-BE49-F238E27FC236}">
                <a16:creationId xmlns:a16="http://schemas.microsoft.com/office/drawing/2014/main" id="{E2081234-365E-DF9C-D731-6968337B634F}"/>
              </a:ext>
            </a:extLst>
          </p:cNvPr>
          <p:cNvCxnSpPr>
            <a:cxnSpLocks/>
          </p:cNvCxnSpPr>
          <p:nvPr/>
        </p:nvCxnSpPr>
        <p:spPr>
          <a:xfrm>
            <a:off x="6812839" y="2883856"/>
            <a:ext cx="101676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7983;p79">
            <a:extLst>
              <a:ext uri="{FF2B5EF4-FFF2-40B4-BE49-F238E27FC236}">
                <a16:creationId xmlns:a16="http://schemas.microsoft.com/office/drawing/2014/main" id="{007BECD5-D177-98C2-F73F-44C306A5F9A7}"/>
              </a:ext>
            </a:extLst>
          </p:cNvPr>
          <p:cNvSpPr txBox="1"/>
          <p:nvPr/>
        </p:nvSpPr>
        <p:spPr>
          <a:xfrm flipH="1">
            <a:off x="5686406" y="3470950"/>
            <a:ext cx="2143200" cy="78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Thematic Analysis</a:t>
            </a:r>
            <a:endParaRPr sz="2000" dirty="0">
              <a:solidFill>
                <a:schemeClr val="lt2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4" name="Google Shape;27748;p64">
            <a:extLst>
              <a:ext uri="{FF2B5EF4-FFF2-40B4-BE49-F238E27FC236}">
                <a16:creationId xmlns:a16="http://schemas.microsoft.com/office/drawing/2014/main" id="{4DA8A512-FCB3-2A0F-75D2-A5CE1546DBE9}"/>
              </a:ext>
            </a:extLst>
          </p:cNvPr>
          <p:cNvSpPr txBox="1">
            <a:spLocks/>
          </p:cNvSpPr>
          <p:nvPr/>
        </p:nvSpPr>
        <p:spPr>
          <a:xfrm>
            <a:off x="338214" y="1525604"/>
            <a:ext cx="1252800" cy="404506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000" dirty="0">
                <a:solidFill>
                  <a:schemeClr val="bg2"/>
                </a:solidFill>
                <a:latin typeface="Archivo Black" panose="020B0604020202020204" charset="0"/>
              </a:rPr>
              <a:t>01</a:t>
            </a:r>
          </a:p>
        </p:txBody>
      </p:sp>
      <p:sp>
        <p:nvSpPr>
          <p:cNvPr id="25" name="Google Shape;27748;p64">
            <a:extLst>
              <a:ext uri="{FF2B5EF4-FFF2-40B4-BE49-F238E27FC236}">
                <a16:creationId xmlns:a16="http://schemas.microsoft.com/office/drawing/2014/main" id="{D7B82D55-F240-FA86-CA8D-94FDAD468DC9}"/>
              </a:ext>
            </a:extLst>
          </p:cNvPr>
          <p:cNvSpPr txBox="1">
            <a:spLocks/>
          </p:cNvSpPr>
          <p:nvPr/>
        </p:nvSpPr>
        <p:spPr>
          <a:xfrm>
            <a:off x="2676504" y="1525604"/>
            <a:ext cx="1252800" cy="404506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000" dirty="0">
                <a:solidFill>
                  <a:schemeClr val="bg2"/>
                </a:solidFill>
                <a:latin typeface="Archivo Black" panose="020B0604020202020204" charset="0"/>
              </a:rPr>
              <a:t>03</a:t>
            </a:r>
          </a:p>
        </p:txBody>
      </p:sp>
      <p:sp>
        <p:nvSpPr>
          <p:cNvPr id="26" name="Google Shape;27748;p64">
            <a:extLst>
              <a:ext uri="{FF2B5EF4-FFF2-40B4-BE49-F238E27FC236}">
                <a16:creationId xmlns:a16="http://schemas.microsoft.com/office/drawing/2014/main" id="{59212ADA-1585-F4B9-0AD7-33E18BAE6C94}"/>
              </a:ext>
            </a:extLst>
          </p:cNvPr>
          <p:cNvSpPr txBox="1">
            <a:spLocks/>
          </p:cNvSpPr>
          <p:nvPr/>
        </p:nvSpPr>
        <p:spPr>
          <a:xfrm>
            <a:off x="4926280" y="1519971"/>
            <a:ext cx="1252800" cy="404506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000" dirty="0">
                <a:solidFill>
                  <a:schemeClr val="bg2"/>
                </a:solidFill>
                <a:latin typeface="Archivo Black" panose="020B0604020202020204" charset="0"/>
              </a:rPr>
              <a:t>05</a:t>
            </a:r>
          </a:p>
        </p:txBody>
      </p:sp>
      <p:sp>
        <p:nvSpPr>
          <p:cNvPr id="27" name="Google Shape;27748;p64">
            <a:extLst>
              <a:ext uri="{FF2B5EF4-FFF2-40B4-BE49-F238E27FC236}">
                <a16:creationId xmlns:a16="http://schemas.microsoft.com/office/drawing/2014/main" id="{B75D7623-279C-A618-2569-5D36DA6BC0BE}"/>
              </a:ext>
            </a:extLst>
          </p:cNvPr>
          <p:cNvSpPr txBox="1">
            <a:spLocks/>
          </p:cNvSpPr>
          <p:nvPr/>
        </p:nvSpPr>
        <p:spPr>
          <a:xfrm>
            <a:off x="7268199" y="1525604"/>
            <a:ext cx="1252800" cy="404506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000" dirty="0">
                <a:solidFill>
                  <a:schemeClr val="bg2"/>
                </a:solidFill>
                <a:latin typeface="Archivo Black" panose="020B0604020202020204" charset="0"/>
              </a:rPr>
              <a:t>07</a:t>
            </a:r>
          </a:p>
        </p:txBody>
      </p:sp>
      <p:sp>
        <p:nvSpPr>
          <p:cNvPr id="28" name="Google Shape;27748;p64">
            <a:extLst>
              <a:ext uri="{FF2B5EF4-FFF2-40B4-BE49-F238E27FC236}">
                <a16:creationId xmlns:a16="http://schemas.microsoft.com/office/drawing/2014/main" id="{F83AB057-D600-770E-F9D1-C96E22DCE614}"/>
              </a:ext>
            </a:extLst>
          </p:cNvPr>
          <p:cNvSpPr txBox="1">
            <a:spLocks/>
          </p:cNvSpPr>
          <p:nvPr/>
        </p:nvSpPr>
        <p:spPr>
          <a:xfrm>
            <a:off x="1493127" y="3166792"/>
            <a:ext cx="1252800" cy="404506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000" dirty="0">
                <a:solidFill>
                  <a:schemeClr val="tx2"/>
                </a:solidFill>
                <a:latin typeface="Archivo Black" panose="020B0604020202020204" charset="0"/>
              </a:rPr>
              <a:t>02</a:t>
            </a:r>
          </a:p>
        </p:txBody>
      </p:sp>
      <p:sp>
        <p:nvSpPr>
          <p:cNvPr id="29" name="Google Shape;27748;p64">
            <a:extLst>
              <a:ext uri="{FF2B5EF4-FFF2-40B4-BE49-F238E27FC236}">
                <a16:creationId xmlns:a16="http://schemas.microsoft.com/office/drawing/2014/main" id="{A318D6D5-A43E-396C-B530-CA307C871417}"/>
              </a:ext>
            </a:extLst>
          </p:cNvPr>
          <p:cNvSpPr txBox="1">
            <a:spLocks/>
          </p:cNvSpPr>
          <p:nvPr/>
        </p:nvSpPr>
        <p:spPr>
          <a:xfrm>
            <a:off x="3831417" y="3166792"/>
            <a:ext cx="1252800" cy="404506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000" dirty="0">
                <a:solidFill>
                  <a:schemeClr val="tx2"/>
                </a:solidFill>
                <a:latin typeface="Archivo Black" panose="020B0604020202020204" charset="0"/>
              </a:rPr>
              <a:t>04</a:t>
            </a:r>
          </a:p>
        </p:txBody>
      </p:sp>
      <p:sp>
        <p:nvSpPr>
          <p:cNvPr id="30" name="Google Shape;27748;p64">
            <a:extLst>
              <a:ext uri="{FF2B5EF4-FFF2-40B4-BE49-F238E27FC236}">
                <a16:creationId xmlns:a16="http://schemas.microsoft.com/office/drawing/2014/main" id="{1A9D2200-D8A0-9B7A-611A-BB07837076F3}"/>
              </a:ext>
            </a:extLst>
          </p:cNvPr>
          <p:cNvSpPr txBox="1">
            <a:spLocks/>
          </p:cNvSpPr>
          <p:nvPr/>
        </p:nvSpPr>
        <p:spPr>
          <a:xfrm>
            <a:off x="6081193" y="3145919"/>
            <a:ext cx="1252800" cy="404506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000" dirty="0">
                <a:solidFill>
                  <a:schemeClr val="tx2"/>
                </a:solidFill>
                <a:latin typeface="Archivo Black" panose="020B0604020202020204" charset="0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00">
          <a:extLst>
            <a:ext uri="{FF2B5EF4-FFF2-40B4-BE49-F238E27FC236}">
              <a16:creationId xmlns:a16="http://schemas.microsoft.com/office/drawing/2014/main" id="{8E57C1B9-600A-F289-09D6-D7E7D2E1D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01" name="Google Shape;27001;p53">
            <a:extLst>
              <a:ext uri="{FF2B5EF4-FFF2-40B4-BE49-F238E27FC236}">
                <a16:creationId xmlns:a16="http://schemas.microsoft.com/office/drawing/2014/main" id="{2B544CCF-B7F0-D5EB-54B7-220445CA5471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720025" y="368725"/>
            <a:ext cx="7704000" cy="576000"/>
          </a:xfrm>
          <a:prstGeom prst="rect">
            <a:avLst/>
          </a:prstGeom>
          <a:noFill/>
        </p:spPr>
        <p:txBody>
          <a:bodyPr spcFirstLastPara="1" wrap="square" lIns="91425" tIns="640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Validity &amp; Reliability</a:t>
            </a:r>
            <a:endParaRPr dirty="0"/>
          </a:p>
        </p:txBody>
      </p:sp>
      <p:sp>
        <p:nvSpPr>
          <p:cNvPr id="27003" name="Google Shape;27003;p53">
            <a:extLst>
              <a:ext uri="{FF2B5EF4-FFF2-40B4-BE49-F238E27FC236}">
                <a16:creationId xmlns:a16="http://schemas.microsoft.com/office/drawing/2014/main" id="{05D228A1-E285-1E36-3560-4A1A3EB94C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6141" y="1371949"/>
            <a:ext cx="1576019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</a:rPr>
              <a:t>Validity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27004" name="Google Shape;27004;p53">
            <a:extLst>
              <a:ext uri="{FF2B5EF4-FFF2-40B4-BE49-F238E27FC236}">
                <a16:creationId xmlns:a16="http://schemas.microsoft.com/office/drawing/2014/main" id="{B3B908C9-86E1-C980-C03E-AEEA8B4A5A5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3769" y="1799376"/>
            <a:ext cx="2442396" cy="109312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GB" dirty="0"/>
              <a:t>Both dashboard versions used the same layout, content, and tasks, so animation remained the main design difference being studied.</a:t>
            </a:r>
            <a:endParaRPr dirty="0"/>
          </a:p>
        </p:txBody>
      </p:sp>
      <p:sp>
        <p:nvSpPr>
          <p:cNvPr id="27008" name="Google Shape;27008;p53">
            <a:extLst>
              <a:ext uri="{FF2B5EF4-FFF2-40B4-BE49-F238E27FC236}">
                <a16:creationId xmlns:a16="http://schemas.microsoft.com/office/drawing/2014/main" id="{15C7717C-6048-04C6-378F-F98A0EFE29FA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1899638" y="3091330"/>
            <a:ext cx="23016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</a:rPr>
              <a:t>Reliability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27009" name="Google Shape;27009;p53">
            <a:extLst>
              <a:ext uri="{FF2B5EF4-FFF2-40B4-BE49-F238E27FC236}">
                <a16:creationId xmlns:a16="http://schemas.microsoft.com/office/drawing/2014/main" id="{1DDAC1FA-15DC-97B5-234A-2EEE300AE097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1753130" y="3548530"/>
            <a:ext cx="2594615" cy="109312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GB" dirty="0"/>
              <a:t>All participants followed the same testing process, using the same tasks, observation method, and interview questions.</a:t>
            </a:r>
            <a:endParaRPr dirty="0"/>
          </a:p>
        </p:txBody>
      </p:sp>
      <p:sp>
        <p:nvSpPr>
          <p:cNvPr id="27010" name="Google Shape;27010;p53">
            <a:extLst>
              <a:ext uri="{FF2B5EF4-FFF2-40B4-BE49-F238E27FC236}">
                <a16:creationId xmlns:a16="http://schemas.microsoft.com/office/drawing/2014/main" id="{29DECA96-CC4D-BEB8-D98E-B4CC71D2F063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3313550" y="1383705"/>
            <a:ext cx="23016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</a:rPr>
              <a:t>Triangulation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27011" name="Google Shape;27011;p53">
            <a:extLst>
              <a:ext uri="{FF2B5EF4-FFF2-40B4-BE49-F238E27FC236}">
                <a16:creationId xmlns:a16="http://schemas.microsoft.com/office/drawing/2014/main" id="{70914D18-1166-7691-3958-C7BA0074CD1B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3185217" y="1840905"/>
            <a:ext cx="2548350" cy="89835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GB" dirty="0"/>
              <a:t>Observation notes and interview responses were both used to compare what participants did with what they said.</a:t>
            </a:r>
            <a:endParaRPr dirty="0"/>
          </a:p>
        </p:txBody>
      </p:sp>
      <p:grpSp>
        <p:nvGrpSpPr>
          <p:cNvPr id="27012" name="Google Shape;27012;p53">
            <a:extLst>
              <a:ext uri="{FF2B5EF4-FFF2-40B4-BE49-F238E27FC236}">
                <a16:creationId xmlns:a16="http://schemas.microsoft.com/office/drawing/2014/main" id="{114DA82D-61F0-D9B6-F8AA-37102DC7CCF5}"/>
              </a:ext>
            </a:extLst>
          </p:cNvPr>
          <p:cNvGrpSpPr/>
          <p:nvPr/>
        </p:nvGrpSpPr>
        <p:grpSpPr>
          <a:xfrm>
            <a:off x="8320098" y="4866112"/>
            <a:ext cx="510133" cy="78484"/>
            <a:chOff x="3521300" y="154525"/>
            <a:chExt cx="1256175" cy="193500"/>
          </a:xfrm>
        </p:grpSpPr>
        <p:sp>
          <p:nvSpPr>
            <p:cNvPr id="27013" name="Google Shape;27013;p53">
              <a:extLst>
                <a:ext uri="{FF2B5EF4-FFF2-40B4-BE49-F238E27FC236}">
                  <a16:creationId xmlns:a16="http://schemas.microsoft.com/office/drawing/2014/main" id="{B6986ED2-FA63-6C20-4275-50CB69E26A3C}"/>
                </a:ext>
              </a:extLst>
            </p:cNvPr>
            <p:cNvSpPr/>
            <p:nvPr/>
          </p:nvSpPr>
          <p:spPr>
            <a:xfrm>
              <a:off x="3521300" y="154525"/>
              <a:ext cx="193500" cy="19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4" name="Google Shape;27014;p53">
              <a:extLst>
                <a:ext uri="{FF2B5EF4-FFF2-40B4-BE49-F238E27FC236}">
                  <a16:creationId xmlns:a16="http://schemas.microsoft.com/office/drawing/2014/main" id="{CAEEE98C-3DB2-8349-BFAD-517432BE90DE}"/>
                </a:ext>
              </a:extLst>
            </p:cNvPr>
            <p:cNvSpPr/>
            <p:nvPr/>
          </p:nvSpPr>
          <p:spPr>
            <a:xfrm>
              <a:off x="3875525" y="154525"/>
              <a:ext cx="193500" cy="19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5" name="Google Shape;27015;p53">
              <a:extLst>
                <a:ext uri="{FF2B5EF4-FFF2-40B4-BE49-F238E27FC236}">
                  <a16:creationId xmlns:a16="http://schemas.microsoft.com/office/drawing/2014/main" id="{A2848D73-C90D-00BC-0C61-F5F027298A41}"/>
                </a:ext>
              </a:extLst>
            </p:cNvPr>
            <p:cNvSpPr/>
            <p:nvPr/>
          </p:nvSpPr>
          <p:spPr>
            <a:xfrm>
              <a:off x="4229750" y="154525"/>
              <a:ext cx="193500" cy="193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6" name="Google Shape;27016;p53">
              <a:extLst>
                <a:ext uri="{FF2B5EF4-FFF2-40B4-BE49-F238E27FC236}">
                  <a16:creationId xmlns:a16="http://schemas.microsoft.com/office/drawing/2014/main" id="{D41F7C52-989D-46C0-167F-A067A0D94EEC}"/>
                </a:ext>
              </a:extLst>
            </p:cNvPr>
            <p:cNvSpPr/>
            <p:nvPr/>
          </p:nvSpPr>
          <p:spPr>
            <a:xfrm>
              <a:off x="4583975" y="154525"/>
              <a:ext cx="193500" cy="193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7010;p53">
            <a:extLst>
              <a:ext uri="{FF2B5EF4-FFF2-40B4-BE49-F238E27FC236}">
                <a16:creationId xmlns:a16="http://schemas.microsoft.com/office/drawing/2014/main" id="{10BE87B4-AD8A-D4DE-2870-CA5C00DF0D00}"/>
              </a:ext>
            </a:extLst>
          </p:cNvPr>
          <p:cNvSpPr txBox="1">
            <a:spLocks/>
          </p:cNvSpPr>
          <p:nvPr/>
        </p:nvSpPr>
        <p:spPr>
          <a:xfrm>
            <a:off x="5101222" y="3085751"/>
            <a:ext cx="2548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 Black"/>
              <a:buNone/>
              <a:defRPr sz="25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 Black"/>
              <a:buNone/>
              <a:defRPr sz="25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 Black"/>
              <a:buNone/>
              <a:defRPr sz="25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 Black"/>
              <a:buNone/>
              <a:defRPr sz="25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 Black"/>
              <a:buNone/>
              <a:defRPr sz="25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 Black"/>
              <a:buNone/>
              <a:defRPr sz="25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 Black"/>
              <a:buNone/>
              <a:defRPr sz="25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 Black"/>
              <a:buNone/>
              <a:defRPr sz="25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GB" dirty="0">
                <a:solidFill>
                  <a:schemeClr val="bg2"/>
                </a:solidFill>
              </a:rPr>
              <a:t>Member Checking</a:t>
            </a:r>
          </a:p>
        </p:txBody>
      </p:sp>
      <p:sp>
        <p:nvSpPr>
          <p:cNvPr id="3" name="Google Shape;27011;p53">
            <a:extLst>
              <a:ext uri="{FF2B5EF4-FFF2-40B4-BE49-F238E27FC236}">
                <a16:creationId xmlns:a16="http://schemas.microsoft.com/office/drawing/2014/main" id="{DAFD3285-9964-F0F2-1754-08F8CEF3E530}"/>
              </a:ext>
            </a:extLst>
          </p:cNvPr>
          <p:cNvSpPr txBox="1">
            <a:spLocks/>
          </p:cNvSpPr>
          <p:nvPr/>
        </p:nvSpPr>
        <p:spPr>
          <a:xfrm>
            <a:off x="5101222" y="3542951"/>
            <a:ext cx="2548350" cy="1093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GB" dirty="0"/>
              <a:t>Key participant responses were checked to make sure their views were understood correctly.</a:t>
            </a:r>
          </a:p>
        </p:txBody>
      </p:sp>
      <p:sp>
        <p:nvSpPr>
          <p:cNvPr id="5" name="Google Shape;27010;p53">
            <a:extLst>
              <a:ext uri="{FF2B5EF4-FFF2-40B4-BE49-F238E27FC236}">
                <a16:creationId xmlns:a16="http://schemas.microsoft.com/office/drawing/2014/main" id="{8D907709-C831-BF6F-402B-1DD7D6DAD361}"/>
              </a:ext>
            </a:extLst>
          </p:cNvPr>
          <p:cNvSpPr txBox="1">
            <a:spLocks/>
          </p:cNvSpPr>
          <p:nvPr/>
        </p:nvSpPr>
        <p:spPr>
          <a:xfrm>
            <a:off x="6405256" y="1383705"/>
            <a:ext cx="230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 Black"/>
              <a:buNone/>
              <a:defRPr sz="25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 Black"/>
              <a:buNone/>
              <a:defRPr sz="25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 Black"/>
              <a:buNone/>
              <a:defRPr sz="25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 Black"/>
              <a:buNone/>
              <a:defRPr sz="25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 Black"/>
              <a:buNone/>
              <a:defRPr sz="25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 Black"/>
              <a:buNone/>
              <a:defRPr sz="25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 Black"/>
              <a:buNone/>
              <a:defRPr sz="25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chivo Black"/>
              <a:buNone/>
              <a:defRPr sz="25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GB" dirty="0">
                <a:solidFill>
                  <a:schemeClr val="bg2"/>
                </a:solidFill>
              </a:rPr>
              <a:t>Audit Trail</a:t>
            </a:r>
          </a:p>
        </p:txBody>
      </p:sp>
      <p:sp>
        <p:nvSpPr>
          <p:cNvPr id="6" name="Google Shape;27011;p53">
            <a:extLst>
              <a:ext uri="{FF2B5EF4-FFF2-40B4-BE49-F238E27FC236}">
                <a16:creationId xmlns:a16="http://schemas.microsoft.com/office/drawing/2014/main" id="{523E13DE-453C-225F-AFEA-6335006E9A64}"/>
              </a:ext>
            </a:extLst>
          </p:cNvPr>
          <p:cNvSpPr txBox="1">
            <a:spLocks/>
          </p:cNvSpPr>
          <p:nvPr/>
        </p:nvSpPr>
        <p:spPr>
          <a:xfrm>
            <a:off x="6281881" y="1849419"/>
            <a:ext cx="2548350" cy="89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GB" dirty="0"/>
              <a:t>Notes, coding decisions, and theme development were documented to keep the research process transparent.</a:t>
            </a:r>
          </a:p>
        </p:txBody>
      </p:sp>
    </p:spTree>
    <p:extLst>
      <p:ext uri="{BB962C8B-B14F-4D97-AF65-F5344CB8AC3E}">
        <p14:creationId xmlns:p14="http://schemas.microsoft.com/office/powerpoint/2010/main" val="2738158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09">
          <a:extLst>
            <a:ext uri="{FF2B5EF4-FFF2-40B4-BE49-F238E27FC236}">
              <a16:creationId xmlns:a16="http://schemas.microsoft.com/office/drawing/2014/main" id="{155F85D6-BECF-80C4-FFFE-542192E9F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10" name="Google Shape;27810;p67">
            <a:extLst>
              <a:ext uri="{FF2B5EF4-FFF2-40B4-BE49-F238E27FC236}">
                <a16:creationId xmlns:a16="http://schemas.microsoft.com/office/drawing/2014/main" id="{87465DAB-87EA-9DA6-B418-CBD3B4FF6A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100" y="368725"/>
            <a:ext cx="7704000" cy="576000"/>
          </a:xfrm>
          <a:prstGeom prst="rect">
            <a:avLst/>
          </a:prstGeom>
        </p:spPr>
        <p:txBody>
          <a:bodyPr spcFirstLastPara="1" wrap="square" lIns="91425" tIns="640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Ethics &amp; Considerations</a:t>
            </a:r>
            <a:endParaRPr dirty="0"/>
          </a:p>
        </p:txBody>
      </p:sp>
      <p:sp>
        <p:nvSpPr>
          <p:cNvPr id="27815" name="Google Shape;27815;p67">
            <a:extLst>
              <a:ext uri="{FF2B5EF4-FFF2-40B4-BE49-F238E27FC236}">
                <a16:creationId xmlns:a16="http://schemas.microsoft.com/office/drawing/2014/main" id="{A9AD80FD-4EF4-290D-8683-2F18BE77D7A6}"/>
              </a:ext>
            </a:extLst>
          </p:cNvPr>
          <p:cNvSpPr txBox="1"/>
          <p:nvPr/>
        </p:nvSpPr>
        <p:spPr>
          <a:xfrm>
            <a:off x="2297146" y="1481090"/>
            <a:ext cx="4945401" cy="34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b="1" dirty="0">
                <a:solidFill>
                  <a:schemeClr val="tx1"/>
                </a:solidFill>
                <a:latin typeface="Barlow" panose="00000500000000000000" pitchFamily="2" charset="0"/>
              </a:rPr>
              <a:t>Informed Consent: </a:t>
            </a: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</a:rPr>
              <a:t>Participants were informed about the study before taking part.</a:t>
            </a:r>
            <a:endParaRPr dirty="0">
              <a:solidFill>
                <a:schemeClr val="tx1"/>
              </a:solidFill>
              <a:latin typeface="Barlow" panose="00000500000000000000" pitchFamily="2" charset="0"/>
              <a:ea typeface="Barlow"/>
              <a:cs typeface="Barlow"/>
              <a:sym typeface="Barlow"/>
            </a:endParaRPr>
          </a:p>
        </p:txBody>
      </p:sp>
      <p:cxnSp>
        <p:nvCxnSpPr>
          <p:cNvPr id="27821" name="Google Shape;27821;p67">
            <a:extLst>
              <a:ext uri="{FF2B5EF4-FFF2-40B4-BE49-F238E27FC236}">
                <a16:creationId xmlns:a16="http://schemas.microsoft.com/office/drawing/2014/main" id="{8322512D-7BF1-25F1-5FA7-FE1618A72554}"/>
              </a:ext>
            </a:extLst>
          </p:cNvPr>
          <p:cNvCxnSpPr>
            <a:cxnSpLocks/>
          </p:cNvCxnSpPr>
          <p:nvPr/>
        </p:nvCxnSpPr>
        <p:spPr>
          <a:xfrm>
            <a:off x="2290510" y="1656367"/>
            <a:ext cx="600" cy="6615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22" name="Google Shape;27822;p67">
            <a:extLst>
              <a:ext uri="{FF2B5EF4-FFF2-40B4-BE49-F238E27FC236}">
                <a16:creationId xmlns:a16="http://schemas.microsoft.com/office/drawing/2014/main" id="{241844A6-FA1E-74B1-2594-7C30BCA313A4}"/>
              </a:ext>
            </a:extLst>
          </p:cNvPr>
          <p:cNvCxnSpPr>
            <a:cxnSpLocks/>
          </p:cNvCxnSpPr>
          <p:nvPr/>
        </p:nvCxnSpPr>
        <p:spPr>
          <a:xfrm>
            <a:off x="2290510" y="2317830"/>
            <a:ext cx="600" cy="6615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23" name="Google Shape;27823;p67">
            <a:extLst>
              <a:ext uri="{FF2B5EF4-FFF2-40B4-BE49-F238E27FC236}">
                <a16:creationId xmlns:a16="http://schemas.microsoft.com/office/drawing/2014/main" id="{670E4458-44F4-7B66-49AE-0B91446C019A}"/>
              </a:ext>
            </a:extLst>
          </p:cNvPr>
          <p:cNvCxnSpPr>
            <a:cxnSpLocks/>
          </p:cNvCxnSpPr>
          <p:nvPr/>
        </p:nvCxnSpPr>
        <p:spPr>
          <a:xfrm>
            <a:off x="2290510" y="2979292"/>
            <a:ext cx="600" cy="6615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27815;p67">
            <a:extLst>
              <a:ext uri="{FF2B5EF4-FFF2-40B4-BE49-F238E27FC236}">
                <a16:creationId xmlns:a16="http://schemas.microsoft.com/office/drawing/2014/main" id="{6665A19D-8B37-EFA8-CA60-61C89DCB1C62}"/>
              </a:ext>
            </a:extLst>
          </p:cNvPr>
          <p:cNvSpPr txBox="1"/>
          <p:nvPr/>
        </p:nvSpPr>
        <p:spPr>
          <a:xfrm>
            <a:off x="2290510" y="2144810"/>
            <a:ext cx="4749170" cy="34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b="1" dirty="0">
                <a:solidFill>
                  <a:schemeClr val="tx1"/>
                </a:solidFill>
                <a:latin typeface="Barlow" panose="00000500000000000000" pitchFamily="2" charset="0"/>
              </a:rPr>
              <a:t>Anonymity: </a:t>
            </a: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</a:rPr>
              <a:t>Participants were referred to as Participant 1–6 rather than by name.</a:t>
            </a:r>
            <a:endParaRPr dirty="0">
              <a:solidFill>
                <a:schemeClr val="tx1"/>
              </a:solidFill>
              <a:latin typeface="Barlow" panose="00000500000000000000" pitchFamily="2" charset="0"/>
              <a:ea typeface="Barlow"/>
              <a:cs typeface="Barlow"/>
              <a:sym typeface="Barlow"/>
            </a:endParaRPr>
          </a:p>
        </p:txBody>
      </p:sp>
      <p:sp>
        <p:nvSpPr>
          <p:cNvPr id="3" name="Google Shape;27815;p67">
            <a:extLst>
              <a:ext uri="{FF2B5EF4-FFF2-40B4-BE49-F238E27FC236}">
                <a16:creationId xmlns:a16="http://schemas.microsoft.com/office/drawing/2014/main" id="{A1867D48-2D6A-C19F-64B6-6B2A8AA26757}"/>
              </a:ext>
            </a:extLst>
          </p:cNvPr>
          <p:cNvSpPr txBox="1"/>
          <p:nvPr/>
        </p:nvSpPr>
        <p:spPr>
          <a:xfrm>
            <a:off x="2287711" y="2809819"/>
            <a:ext cx="4602591" cy="34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b="1" dirty="0">
                <a:solidFill>
                  <a:schemeClr val="tx1"/>
                </a:solidFill>
                <a:latin typeface="Barlow" panose="00000500000000000000" pitchFamily="2" charset="0"/>
              </a:rPr>
              <a:t>Voluntary Participation: </a:t>
            </a: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</a:rPr>
              <a:t>Participants could stop taking part at any point</a:t>
            </a:r>
            <a:endParaRPr dirty="0">
              <a:solidFill>
                <a:schemeClr val="tx1"/>
              </a:solidFill>
              <a:latin typeface="Barlow" panose="00000500000000000000" pitchFamily="2" charset="0"/>
              <a:ea typeface="Barlow"/>
              <a:cs typeface="Barlow"/>
              <a:sym typeface="Barlow"/>
            </a:endParaRPr>
          </a:p>
        </p:txBody>
      </p:sp>
      <p:sp>
        <p:nvSpPr>
          <p:cNvPr id="4" name="Google Shape;27815;p67">
            <a:extLst>
              <a:ext uri="{FF2B5EF4-FFF2-40B4-BE49-F238E27FC236}">
                <a16:creationId xmlns:a16="http://schemas.microsoft.com/office/drawing/2014/main" id="{08E65727-5799-0C35-7891-ECE9E0511F33}"/>
              </a:ext>
            </a:extLst>
          </p:cNvPr>
          <p:cNvSpPr txBox="1"/>
          <p:nvPr/>
        </p:nvSpPr>
        <p:spPr>
          <a:xfrm>
            <a:off x="2284912" y="3474828"/>
            <a:ext cx="4694408" cy="34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b="1" dirty="0">
                <a:solidFill>
                  <a:schemeClr val="tx1"/>
                </a:solidFill>
                <a:latin typeface="Barlow" panose="00000500000000000000" pitchFamily="2" charset="0"/>
              </a:rPr>
              <a:t>Data Handling: </a:t>
            </a: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</a:rPr>
              <a:t>Observation notes and interview responses were only used for this assignment.</a:t>
            </a:r>
            <a:endParaRPr dirty="0">
              <a:solidFill>
                <a:schemeClr val="tx1"/>
              </a:solidFill>
              <a:latin typeface="Barlow" panose="00000500000000000000" pitchFamily="2" charset="0"/>
              <a:ea typeface="Barlow"/>
              <a:cs typeface="Barlow"/>
              <a:sym typeface="Barlow"/>
            </a:endParaRPr>
          </a:p>
        </p:txBody>
      </p:sp>
      <p:cxnSp>
        <p:nvCxnSpPr>
          <p:cNvPr id="5" name="Google Shape;27823;p67">
            <a:extLst>
              <a:ext uri="{FF2B5EF4-FFF2-40B4-BE49-F238E27FC236}">
                <a16:creationId xmlns:a16="http://schemas.microsoft.com/office/drawing/2014/main" id="{30563A80-549E-28E4-5408-2547116390A8}"/>
              </a:ext>
            </a:extLst>
          </p:cNvPr>
          <p:cNvCxnSpPr>
            <a:cxnSpLocks/>
          </p:cNvCxnSpPr>
          <p:nvPr/>
        </p:nvCxnSpPr>
        <p:spPr>
          <a:xfrm>
            <a:off x="2296708" y="3639848"/>
            <a:ext cx="600" cy="6615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27815;p67">
            <a:extLst>
              <a:ext uri="{FF2B5EF4-FFF2-40B4-BE49-F238E27FC236}">
                <a16:creationId xmlns:a16="http://schemas.microsoft.com/office/drawing/2014/main" id="{5CD70DA1-2C84-A718-37A8-5FCCC8F32B50}"/>
              </a:ext>
            </a:extLst>
          </p:cNvPr>
          <p:cNvSpPr txBox="1"/>
          <p:nvPr/>
        </p:nvSpPr>
        <p:spPr>
          <a:xfrm>
            <a:off x="2284911" y="4120328"/>
            <a:ext cx="4855029" cy="34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b="1" dirty="0">
                <a:solidFill>
                  <a:schemeClr val="tx1"/>
                </a:solidFill>
                <a:latin typeface="Barlow" panose="00000500000000000000" pitchFamily="2" charset="0"/>
              </a:rPr>
              <a:t>Low-Risk Study: </a:t>
            </a:r>
            <a:r>
              <a:rPr lang="en-GB" dirty="0">
                <a:solidFill>
                  <a:schemeClr val="tx1"/>
                </a:solidFill>
                <a:latin typeface="Barlow" panose="00000500000000000000" pitchFamily="2" charset="0"/>
              </a:rPr>
              <a:t>The study involved simple dashboard interaction tasks and did not collect sensitive personal data.</a:t>
            </a:r>
            <a:endParaRPr dirty="0">
              <a:solidFill>
                <a:schemeClr val="tx1"/>
              </a:solidFill>
              <a:latin typeface="Barlow" panose="00000500000000000000" pitchFamily="2" charset="0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991730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11">
          <a:extLst>
            <a:ext uri="{FF2B5EF4-FFF2-40B4-BE49-F238E27FC236}">
              <a16:creationId xmlns:a16="http://schemas.microsoft.com/office/drawing/2014/main" id="{C831A494-6F29-6586-B1EF-FF555484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12" name="Google Shape;27712;p62">
            <a:extLst>
              <a:ext uri="{FF2B5EF4-FFF2-40B4-BE49-F238E27FC236}">
                <a16:creationId xmlns:a16="http://schemas.microsoft.com/office/drawing/2014/main" id="{DF79085C-5AF4-108F-0A3D-10CA9BF1FC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5700" y="2903412"/>
            <a:ext cx="3813000" cy="889800"/>
          </a:xfrm>
          <a:prstGeom prst="rect">
            <a:avLst/>
          </a:prstGeom>
        </p:spPr>
        <p:txBody>
          <a:bodyPr spcFirstLastPara="1" wrap="square" lIns="91425" tIns="64000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Artefact Demo</a:t>
            </a:r>
            <a:endParaRPr dirty="0"/>
          </a:p>
        </p:txBody>
      </p:sp>
      <p:sp>
        <p:nvSpPr>
          <p:cNvPr id="27713" name="Google Shape;27713;p62">
            <a:extLst>
              <a:ext uri="{FF2B5EF4-FFF2-40B4-BE49-F238E27FC236}">
                <a16:creationId xmlns:a16="http://schemas.microsoft.com/office/drawing/2014/main" id="{64E9F19F-BDD9-7D90-C8FB-2C711D88D50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22900" y="1405752"/>
            <a:ext cx="1645800" cy="1097400"/>
          </a:xfrm>
          <a:prstGeom prst="rect">
            <a:avLst/>
          </a:prstGeom>
        </p:spPr>
        <p:txBody>
          <a:bodyPr spcFirstLastPara="1" wrap="square" lIns="91425" tIns="64000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291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11">
          <a:extLst>
            <a:ext uri="{FF2B5EF4-FFF2-40B4-BE49-F238E27FC236}">
              <a16:creationId xmlns:a16="http://schemas.microsoft.com/office/drawing/2014/main" id="{950991D2-B1F3-631C-A366-BCDEB4343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12" name="Google Shape;27712;p62">
            <a:extLst>
              <a:ext uri="{FF2B5EF4-FFF2-40B4-BE49-F238E27FC236}">
                <a16:creationId xmlns:a16="http://schemas.microsoft.com/office/drawing/2014/main" id="{2F746311-FDFE-C271-C44E-13A406454C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5700" y="2903412"/>
            <a:ext cx="3813000" cy="889800"/>
          </a:xfrm>
          <a:prstGeom prst="rect">
            <a:avLst/>
          </a:prstGeom>
        </p:spPr>
        <p:txBody>
          <a:bodyPr spcFirstLastPara="1" wrap="square" lIns="91425" tIns="64000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 &amp; Discussion</a:t>
            </a:r>
            <a:endParaRPr dirty="0"/>
          </a:p>
        </p:txBody>
      </p:sp>
      <p:sp>
        <p:nvSpPr>
          <p:cNvPr id="27713" name="Google Shape;27713;p62">
            <a:extLst>
              <a:ext uri="{FF2B5EF4-FFF2-40B4-BE49-F238E27FC236}">
                <a16:creationId xmlns:a16="http://schemas.microsoft.com/office/drawing/2014/main" id="{C15FDD22-4CE8-8911-F826-3765EC90CE8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22900" y="1405752"/>
            <a:ext cx="1645800" cy="1097400"/>
          </a:xfrm>
          <a:prstGeom prst="rect">
            <a:avLst/>
          </a:prstGeom>
        </p:spPr>
        <p:txBody>
          <a:bodyPr spcFirstLastPara="1" wrap="square" lIns="91425" tIns="64000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6238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41">
          <a:extLst>
            <a:ext uri="{FF2B5EF4-FFF2-40B4-BE49-F238E27FC236}">
              <a16:creationId xmlns:a16="http://schemas.microsoft.com/office/drawing/2014/main" id="{1C6E8055-8D2E-09E1-1C70-21FD55FA8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6" name="Google Shape;27746;p64">
            <a:extLst>
              <a:ext uri="{FF2B5EF4-FFF2-40B4-BE49-F238E27FC236}">
                <a16:creationId xmlns:a16="http://schemas.microsoft.com/office/drawing/2014/main" id="{C3A0847D-9D64-7DB7-2698-C084216245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3700" y="368725"/>
            <a:ext cx="8516700" cy="576000"/>
          </a:xfrm>
          <a:prstGeom prst="rect">
            <a:avLst/>
          </a:prstGeom>
        </p:spPr>
        <p:txBody>
          <a:bodyPr spcFirstLastPara="1" wrap="square" lIns="91425" tIns="640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84B934-43E8-C9F7-63C9-A9AD755CE1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01" y="1666874"/>
            <a:ext cx="4166860" cy="2281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5C5BE89-2ECD-D2E5-615C-9C32B2F924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029" y="1666874"/>
            <a:ext cx="4192270" cy="287464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7742;p64">
            <a:extLst>
              <a:ext uri="{FF2B5EF4-FFF2-40B4-BE49-F238E27FC236}">
                <a16:creationId xmlns:a16="http://schemas.microsoft.com/office/drawing/2014/main" id="{11587B6A-059A-313D-61FE-1F22CA300C8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5981" y="1194815"/>
            <a:ext cx="4002300" cy="4720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Table 1: Theme Comparison</a:t>
            </a:r>
            <a:endParaRPr sz="1600" dirty="0"/>
          </a:p>
        </p:txBody>
      </p:sp>
      <p:sp>
        <p:nvSpPr>
          <p:cNvPr id="17" name="Google Shape;27742;p64">
            <a:extLst>
              <a:ext uri="{FF2B5EF4-FFF2-40B4-BE49-F238E27FC236}">
                <a16:creationId xmlns:a16="http://schemas.microsoft.com/office/drawing/2014/main" id="{B368C0B3-A61C-B481-1A3E-1A88566947F3}"/>
              </a:ext>
            </a:extLst>
          </p:cNvPr>
          <p:cNvSpPr txBox="1">
            <a:spLocks/>
          </p:cNvSpPr>
          <p:nvPr/>
        </p:nvSpPr>
        <p:spPr>
          <a:xfrm>
            <a:off x="4480561" y="1179575"/>
            <a:ext cx="4480559" cy="472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 algn="ctr"/>
            <a:r>
              <a:rPr lang="en-GB" sz="1600" dirty="0"/>
              <a:t>Table 2: Thematic Coding Process</a:t>
            </a:r>
          </a:p>
        </p:txBody>
      </p:sp>
    </p:spTree>
    <p:extLst>
      <p:ext uri="{BB962C8B-B14F-4D97-AF65-F5344CB8AC3E}">
        <p14:creationId xmlns:p14="http://schemas.microsoft.com/office/powerpoint/2010/main" val="2128633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95" name="Google Shape;27795;p66"/>
          <p:cNvSpPr txBox="1">
            <a:spLocks noGrp="1"/>
          </p:cNvSpPr>
          <p:nvPr>
            <p:ph type="title"/>
          </p:nvPr>
        </p:nvSpPr>
        <p:spPr>
          <a:xfrm>
            <a:off x="1359288" y="1353048"/>
            <a:ext cx="33321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RQ1</a:t>
            </a:r>
            <a:endParaRPr dirty="0"/>
          </a:p>
        </p:txBody>
      </p:sp>
      <p:sp>
        <p:nvSpPr>
          <p:cNvPr id="27796" name="Google Shape;27796;p66"/>
          <p:cNvSpPr txBox="1">
            <a:spLocks noGrp="1"/>
          </p:cNvSpPr>
          <p:nvPr>
            <p:ph type="subTitle" idx="1"/>
          </p:nvPr>
        </p:nvSpPr>
        <p:spPr>
          <a:xfrm>
            <a:off x="1359294" y="1677523"/>
            <a:ext cx="3586086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Static was generally more usable for users who wanted quick, distraction-free access.</a:t>
            </a:r>
            <a:endParaRPr dirty="0"/>
          </a:p>
        </p:txBody>
      </p:sp>
      <p:sp>
        <p:nvSpPr>
          <p:cNvPr id="27797" name="Google Shape;27797;p66"/>
          <p:cNvSpPr txBox="1">
            <a:spLocks noGrp="1"/>
          </p:cNvSpPr>
          <p:nvPr>
            <p:ph type="title" idx="2"/>
          </p:nvPr>
        </p:nvSpPr>
        <p:spPr>
          <a:xfrm>
            <a:off x="1359145" y="2450448"/>
            <a:ext cx="33321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RQ2</a:t>
            </a:r>
            <a:endParaRPr dirty="0"/>
          </a:p>
        </p:txBody>
      </p:sp>
      <p:sp>
        <p:nvSpPr>
          <p:cNvPr id="27798" name="Google Shape;27798;p66"/>
          <p:cNvSpPr txBox="1">
            <a:spLocks noGrp="1"/>
          </p:cNvSpPr>
          <p:nvPr>
            <p:ph type="subTitle" idx="3"/>
          </p:nvPr>
        </p:nvSpPr>
        <p:spPr>
          <a:xfrm>
            <a:off x="1359145" y="2774923"/>
            <a:ext cx="3332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Animated was generally more engaging and visually appealing.</a:t>
            </a:r>
            <a:endParaRPr dirty="0"/>
          </a:p>
        </p:txBody>
      </p:sp>
      <p:sp>
        <p:nvSpPr>
          <p:cNvPr id="27799" name="Google Shape;27799;p66"/>
          <p:cNvSpPr txBox="1">
            <a:spLocks noGrp="1"/>
          </p:cNvSpPr>
          <p:nvPr>
            <p:ph type="title" idx="4"/>
          </p:nvPr>
        </p:nvSpPr>
        <p:spPr>
          <a:xfrm>
            <a:off x="1359288" y="3547848"/>
            <a:ext cx="33321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RQ3</a:t>
            </a:r>
            <a:endParaRPr dirty="0"/>
          </a:p>
        </p:txBody>
      </p:sp>
      <p:sp>
        <p:nvSpPr>
          <p:cNvPr id="27800" name="Google Shape;27800;p66"/>
          <p:cNvSpPr txBox="1">
            <a:spLocks noGrp="1"/>
          </p:cNvSpPr>
          <p:nvPr>
            <p:ph type="subTitle" idx="5"/>
          </p:nvPr>
        </p:nvSpPr>
        <p:spPr>
          <a:xfrm>
            <a:off x="1359295" y="3872323"/>
            <a:ext cx="3332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Animation improved engagement but sometimes hindered focus.</a:t>
            </a:r>
            <a:endParaRPr dirty="0"/>
          </a:p>
        </p:txBody>
      </p:sp>
      <p:sp>
        <p:nvSpPr>
          <p:cNvPr id="27801" name="Google Shape;27801;p66"/>
          <p:cNvSpPr txBox="1">
            <a:spLocks noGrp="1"/>
          </p:cNvSpPr>
          <p:nvPr>
            <p:ph type="title" idx="6"/>
          </p:nvPr>
        </p:nvSpPr>
        <p:spPr>
          <a:xfrm>
            <a:off x="720100" y="368725"/>
            <a:ext cx="7704000" cy="576000"/>
          </a:xfrm>
          <a:prstGeom prst="rect">
            <a:avLst/>
          </a:prstGeom>
        </p:spPr>
        <p:txBody>
          <a:bodyPr spcFirstLastPara="1" wrap="square" lIns="91425" tIns="640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objectives</a:t>
            </a:r>
            <a:endParaRPr/>
          </a:p>
        </p:txBody>
      </p:sp>
      <p:sp>
        <p:nvSpPr>
          <p:cNvPr id="27802" name="Google Shape;27802;p66"/>
          <p:cNvSpPr txBox="1">
            <a:spLocks noGrp="1"/>
          </p:cNvSpPr>
          <p:nvPr>
            <p:ph type="title" idx="7"/>
          </p:nvPr>
        </p:nvSpPr>
        <p:spPr>
          <a:xfrm>
            <a:off x="411120" y="1496635"/>
            <a:ext cx="942000" cy="576000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7803" name="Google Shape;27803;p66"/>
          <p:cNvSpPr txBox="1">
            <a:spLocks noGrp="1"/>
          </p:cNvSpPr>
          <p:nvPr>
            <p:ph type="title" idx="8"/>
          </p:nvPr>
        </p:nvSpPr>
        <p:spPr>
          <a:xfrm>
            <a:off x="411120" y="2596185"/>
            <a:ext cx="942000" cy="576000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7804" name="Google Shape;27804;p66"/>
          <p:cNvSpPr txBox="1">
            <a:spLocks noGrp="1"/>
          </p:cNvSpPr>
          <p:nvPr>
            <p:ph type="title" idx="9"/>
          </p:nvPr>
        </p:nvSpPr>
        <p:spPr>
          <a:xfrm>
            <a:off x="411120" y="3695735"/>
            <a:ext cx="942000" cy="576000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" name="Google Shape;28148;p88">
            <a:extLst>
              <a:ext uri="{FF2B5EF4-FFF2-40B4-BE49-F238E27FC236}">
                <a16:creationId xmlns:a16="http://schemas.microsoft.com/office/drawing/2014/main" id="{F9B37F57-0B0F-CB7A-83C7-D7577F416982}"/>
              </a:ext>
            </a:extLst>
          </p:cNvPr>
          <p:cNvSpPr txBox="1"/>
          <p:nvPr/>
        </p:nvSpPr>
        <p:spPr>
          <a:xfrm>
            <a:off x="5772175" y="1353048"/>
            <a:ext cx="2442185" cy="639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Bach et al. and Young &amp; Kitchin</a:t>
            </a:r>
            <a:endParaRPr sz="2000" dirty="0">
              <a:solidFill>
                <a:schemeClr val="dk2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5" name="Google Shape;28149;p88">
            <a:extLst>
              <a:ext uri="{FF2B5EF4-FFF2-40B4-BE49-F238E27FC236}">
                <a16:creationId xmlns:a16="http://schemas.microsoft.com/office/drawing/2014/main" id="{333605B0-DB4D-AD2B-E31B-BE47616B7722}"/>
              </a:ext>
            </a:extLst>
          </p:cNvPr>
          <p:cNvSpPr txBox="1"/>
          <p:nvPr/>
        </p:nvSpPr>
        <p:spPr>
          <a:xfrm>
            <a:off x="5772175" y="2030890"/>
            <a:ext cx="265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support the importance of dashboard structure.</a:t>
            </a:r>
            <a:endParaRPr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" name="Google Shape;28148;p88">
            <a:extLst>
              <a:ext uri="{FF2B5EF4-FFF2-40B4-BE49-F238E27FC236}">
                <a16:creationId xmlns:a16="http://schemas.microsoft.com/office/drawing/2014/main" id="{D78214D6-4605-5F6B-5775-DCB621ECE29B}"/>
              </a:ext>
            </a:extLst>
          </p:cNvPr>
          <p:cNvSpPr txBox="1"/>
          <p:nvPr/>
        </p:nvSpPr>
        <p:spPr>
          <a:xfrm>
            <a:off x="5772175" y="2711176"/>
            <a:ext cx="2274545" cy="639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 dirty="0" err="1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Shemy</a:t>
            </a:r>
            <a:r>
              <a:rPr lang="en-GB" sz="2000" dirty="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 and Ge et al.</a:t>
            </a:r>
            <a:endParaRPr sz="2000" dirty="0">
              <a:solidFill>
                <a:schemeClr val="dk2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9" name="Google Shape;28149;p88">
            <a:extLst>
              <a:ext uri="{FF2B5EF4-FFF2-40B4-BE49-F238E27FC236}">
                <a16:creationId xmlns:a16="http://schemas.microsoft.com/office/drawing/2014/main" id="{96619BAF-6C7F-5711-6538-41EEE7583FBF}"/>
              </a:ext>
            </a:extLst>
          </p:cNvPr>
          <p:cNvSpPr txBox="1"/>
          <p:nvPr/>
        </p:nvSpPr>
        <p:spPr>
          <a:xfrm>
            <a:off x="5772175" y="3389018"/>
            <a:ext cx="227454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support the idea that motion can affect user perception.</a:t>
            </a:r>
            <a:endParaRPr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11">
          <a:extLst>
            <a:ext uri="{FF2B5EF4-FFF2-40B4-BE49-F238E27FC236}">
              <a16:creationId xmlns:a16="http://schemas.microsoft.com/office/drawing/2014/main" id="{283D6027-41F2-041B-EB90-DD10E4774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12" name="Google Shape;27712;p62">
            <a:extLst>
              <a:ext uri="{FF2B5EF4-FFF2-40B4-BE49-F238E27FC236}">
                <a16:creationId xmlns:a16="http://schemas.microsoft.com/office/drawing/2014/main" id="{783CBABD-A23F-6314-3B90-0CEDA733E9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5700" y="2446212"/>
            <a:ext cx="3813000" cy="889800"/>
          </a:xfrm>
          <a:prstGeom prst="rect">
            <a:avLst/>
          </a:prstGeom>
        </p:spPr>
        <p:txBody>
          <a:bodyPr spcFirstLastPara="1" wrap="square" lIns="91425" tIns="64000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27713" name="Google Shape;27713;p62">
            <a:extLst>
              <a:ext uri="{FF2B5EF4-FFF2-40B4-BE49-F238E27FC236}">
                <a16:creationId xmlns:a16="http://schemas.microsoft.com/office/drawing/2014/main" id="{1CF00EAC-BAA1-E955-C327-033F9F7B92E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22900" y="1405752"/>
            <a:ext cx="1645800" cy="1097400"/>
          </a:xfrm>
          <a:prstGeom prst="rect">
            <a:avLst/>
          </a:prstGeom>
        </p:spPr>
        <p:txBody>
          <a:bodyPr spcFirstLastPara="1" wrap="square" lIns="91425" tIns="64000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757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8" name="Google Shape;28018;p81"/>
          <p:cNvSpPr txBox="1">
            <a:spLocks noGrp="1"/>
          </p:cNvSpPr>
          <p:nvPr>
            <p:ph type="title"/>
          </p:nvPr>
        </p:nvSpPr>
        <p:spPr>
          <a:xfrm>
            <a:off x="720100" y="368725"/>
            <a:ext cx="7704000" cy="576000"/>
          </a:xfrm>
          <a:prstGeom prst="rect">
            <a:avLst/>
          </a:prstGeom>
        </p:spPr>
        <p:txBody>
          <a:bodyPr spcFirstLastPara="1" wrap="square" lIns="91425" tIns="640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28019" name="Google Shape;28019;p81"/>
          <p:cNvSpPr txBox="1">
            <a:spLocks noGrp="1"/>
          </p:cNvSpPr>
          <p:nvPr>
            <p:ph type="subTitle" idx="4294967295"/>
          </p:nvPr>
        </p:nvSpPr>
        <p:spPr>
          <a:xfrm>
            <a:off x="4852601" y="3258776"/>
            <a:ext cx="3668400" cy="1515999"/>
          </a:xfrm>
          <a:prstGeom prst="rect">
            <a:avLst/>
          </a:prstGeom>
        </p:spPr>
        <p:txBody>
          <a:bodyPr spcFirstLastPara="1" wrap="square" lIns="0" tIns="0" rIns="182875" bIns="0" anchor="t" anchorCtr="0">
            <a:noAutofit/>
          </a:bodyPr>
          <a:lstStyle/>
          <a:p>
            <a:pPr marL="365760" lvl="0" indent="-27178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-GB" dirty="0"/>
              <a:t>Larger participant sample</a:t>
            </a:r>
          </a:p>
          <a:p>
            <a:pPr marL="9398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</a:pPr>
            <a:endParaRPr lang="en-GB" dirty="0"/>
          </a:p>
          <a:p>
            <a:pPr marL="365760" lvl="0" indent="-27178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-GB" dirty="0"/>
              <a:t>Quantitative measures such as SUS, task time, or error rate</a:t>
            </a:r>
          </a:p>
          <a:p>
            <a:pPr marL="9398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</a:pPr>
            <a:endParaRPr lang="en-GB" dirty="0"/>
          </a:p>
          <a:p>
            <a:pPr marL="365760" lvl="0" indent="-27178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-GB" dirty="0"/>
              <a:t>Testing different animation types separately</a:t>
            </a:r>
            <a:endParaRPr dirty="0"/>
          </a:p>
        </p:txBody>
      </p:sp>
      <p:sp>
        <p:nvSpPr>
          <p:cNvPr id="28020" name="Google Shape;28020;p81"/>
          <p:cNvSpPr txBox="1">
            <a:spLocks noGrp="1"/>
          </p:cNvSpPr>
          <p:nvPr>
            <p:ph type="subTitle" idx="4294967295"/>
          </p:nvPr>
        </p:nvSpPr>
        <p:spPr>
          <a:xfrm>
            <a:off x="728551" y="3258776"/>
            <a:ext cx="3668400" cy="117309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65760" lvl="0" indent="-27178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 dirty="0"/>
              <a:t>Small sample of 6 participants</a:t>
            </a:r>
          </a:p>
          <a:p>
            <a:pPr marL="9398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endParaRPr lang="en-GB" dirty="0"/>
          </a:p>
          <a:p>
            <a:pPr marL="365760" lvl="0" indent="-27178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 dirty="0"/>
              <a:t>Qualitative findings only</a:t>
            </a:r>
          </a:p>
          <a:p>
            <a:pPr marL="9398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endParaRPr lang="en-GB" dirty="0"/>
          </a:p>
          <a:p>
            <a:pPr marL="365760" lvl="0" indent="-27178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 dirty="0"/>
              <a:t>Short single-session testing</a:t>
            </a:r>
            <a:endParaRPr dirty="0"/>
          </a:p>
        </p:txBody>
      </p:sp>
      <p:sp>
        <p:nvSpPr>
          <p:cNvPr id="28021" name="Google Shape;28021;p81"/>
          <p:cNvSpPr txBox="1"/>
          <p:nvPr/>
        </p:nvSpPr>
        <p:spPr>
          <a:xfrm>
            <a:off x="825552" y="2547476"/>
            <a:ext cx="3474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65760" lvl="0" indent="-18288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Limitations</a:t>
            </a:r>
            <a:endParaRPr sz="2000" dirty="0">
              <a:solidFill>
                <a:schemeClr val="dk2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8022" name="Google Shape;28022;p81"/>
          <p:cNvSpPr txBox="1"/>
          <p:nvPr/>
        </p:nvSpPr>
        <p:spPr>
          <a:xfrm>
            <a:off x="4949500" y="2547476"/>
            <a:ext cx="3474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75" bIns="0" anchor="t" anchorCtr="0">
            <a:noAutofit/>
          </a:bodyPr>
          <a:lstStyle/>
          <a:p>
            <a:pPr marL="365760" lvl="0" indent="-18288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Future Work</a:t>
            </a:r>
            <a:endParaRPr sz="2000" dirty="0">
              <a:solidFill>
                <a:schemeClr val="lt2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cxnSp>
        <p:nvCxnSpPr>
          <p:cNvPr id="28023" name="Google Shape;28023;p81"/>
          <p:cNvCxnSpPr/>
          <p:nvPr/>
        </p:nvCxnSpPr>
        <p:spPr>
          <a:xfrm>
            <a:off x="809352" y="3067201"/>
            <a:ext cx="3507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8024" name="Google Shape;28024;p81"/>
          <p:cNvCxnSpPr/>
          <p:nvPr/>
        </p:nvCxnSpPr>
        <p:spPr>
          <a:xfrm>
            <a:off x="4933300" y="3067201"/>
            <a:ext cx="3507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" name="Google Shape;27815;p67">
            <a:extLst>
              <a:ext uri="{FF2B5EF4-FFF2-40B4-BE49-F238E27FC236}">
                <a16:creationId xmlns:a16="http://schemas.microsoft.com/office/drawing/2014/main" id="{903C488E-4F82-C47B-DC25-C20EB9F7F4AD}"/>
              </a:ext>
            </a:extLst>
          </p:cNvPr>
          <p:cNvSpPr txBox="1"/>
          <p:nvPr/>
        </p:nvSpPr>
        <p:spPr>
          <a:xfrm>
            <a:off x="1094261" y="1530999"/>
            <a:ext cx="8049739" cy="707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b="1" dirty="0">
                <a:solidFill>
                  <a:schemeClr val="tx1"/>
                </a:solidFill>
                <a:latin typeface="Barlow" panose="00000500000000000000" pitchFamily="2" charset="0"/>
              </a:rPr>
              <a:t>Overall, the findings supported the hypothesis. The animated dashboard increased visual interest and engagement, but it also interfered with focus for several participants during analytical tasks.</a:t>
            </a:r>
            <a:endParaRPr b="1" dirty="0">
              <a:solidFill>
                <a:schemeClr val="tx1"/>
              </a:solidFill>
              <a:latin typeface="Barlow" panose="00000500000000000000" pitchFamily="2" charset="0"/>
              <a:ea typeface="Barlow"/>
              <a:cs typeface="Barlow"/>
              <a:sym typeface="Barlow"/>
            </a:endParaRPr>
          </a:p>
        </p:txBody>
      </p:sp>
      <p:sp>
        <p:nvSpPr>
          <p:cNvPr id="3" name="Google Shape;27802;p66">
            <a:extLst>
              <a:ext uri="{FF2B5EF4-FFF2-40B4-BE49-F238E27FC236}">
                <a16:creationId xmlns:a16="http://schemas.microsoft.com/office/drawing/2014/main" id="{2A192DB4-ACEE-1BC2-1919-7C00A7B68963}"/>
              </a:ext>
            </a:extLst>
          </p:cNvPr>
          <p:cNvSpPr txBox="1">
            <a:spLocks/>
          </p:cNvSpPr>
          <p:nvPr/>
        </p:nvSpPr>
        <p:spPr>
          <a:xfrm>
            <a:off x="2518342" y="1147212"/>
            <a:ext cx="3757218" cy="576000"/>
          </a:xfrm>
          <a:prstGeom prst="rect">
            <a:avLst/>
          </a:prstGeom>
        </p:spPr>
        <p:txBody>
          <a:bodyPr spcFirstLastPara="1" wrap="square" lIns="91425" tIns="640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000" dirty="0">
                <a:solidFill>
                  <a:schemeClr val="bg2"/>
                </a:solidFill>
                <a:latin typeface="Archivo Black" panose="020B0604020202020204" charset="0"/>
              </a:rPr>
              <a:t>Hypothesis Statement: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33" name="Google Shape;28333;p98"/>
          <p:cNvSpPr txBox="1">
            <a:spLocks noGrp="1"/>
          </p:cNvSpPr>
          <p:nvPr>
            <p:ph type="title"/>
          </p:nvPr>
        </p:nvSpPr>
        <p:spPr>
          <a:xfrm>
            <a:off x="1021875" y="1266650"/>
            <a:ext cx="7100400" cy="2610300"/>
          </a:xfrm>
          <a:prstGeom prst="rect">
            <a:avLst/>
          </a:prstGeom>
        </p:spPr>
        <p:txBody>
          <a:bodyPr spcFirstLastPara="1" wrap="square" lIns="0" tIns="13715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Thank you!</a:t>
            </a:r>
            <a:endParaRPr dirty="0"/>
          </a:p>
        </p:txBody>
      </p:sp>
      <p:sp>
        <p:nvSpPr>
          <p:cNvPr id="28334" name="Google Shape;28334;p98"/>
          <p:cNvSpPr txBox="1"/>
          <p:nvPr/>
        </p:nvSpPr>
        <p:spPr>
          <a:xfrm>
            <a:off x="7894340" y="153125"/>
            <a:ext cx="951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Research Design</a:t>
            </a:r>
            <a:endParaRPr sz="900" dirty="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8335" name="Google Shape;28335;p98"/>
          <p:cNvCxnSpPr>
            <a:stCxn id="28334" idx="1"/>
          </p:cNvCxnSpPr>
          <p:nvPr/>
        </p:nvCxnSpPr>
        <p:spPr>
          <a:xfrm rot="10800000">
            <a:off x="340340" y="244625"/>
            <a:ext cx="7554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Basic Customizable PhD Dissertation by Slidesgo">
  <a:themeElements>
    <a:clrScheme name="Simple Light">
      <a:dk1>
        <a:srgbClr val="545457"/>
      </a:dk1>
      <a:lt1>
        <a:srgbClr val="F2EADD"/>
      </a:lt1>
      <a:dk2>
        <a:srgbClr val="FF706B"/>
      </a:dk2>
      <a:lt2>
        <a:srgbClr val="BBD3C7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454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594</Words>
  <Application>Microsoft Office PowerPoint</Application>
  <PresentationFormat>On-screen Show (16:9)</PresentationFormat>
  <Paragraphs>119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Archivo Black</vt:lpstr>
      <vt:lpstr>Barlow</vt:lpstr>
      <vt:lpstr>Bebas Neue</vt:lpstr>
      <vt:lpstr>Basic Customizable PhD Dissertation by Slidesgo</vt:lpstr>
      <vt:lpstr>A Comparative Analysis of Usability and Engagement in Static and Animated Dashboard Interfaces</vt:lpstr>
      <vt:lpstr>Aims &amp; Objectives</vt:lpstr>
      <vt:lpstr>Aims &amp; Objectives</vt:lpstr>
      <vt:lpstr>Aims &amp; Objectives</vt:lpstr>
      <vt:lpstr>Significance &amp; Contribution</vt:lpstr>
      <vt:lpstr>Methodology</vt:lpstr>
      <vt:lpstr>Research Onion</vt:lpstr>
      <vt:lpstr>Research Pipeline</vt:lpstr>
      <vt:lpstr>Validity &amp; Reliability</vt:lpstr>
      <vt:lpstr>Ethics &amp; Considerations</vt:lpstr>
      <vt:lpstr>Artefact Demo</vt:lpstr>
      <vt:lpstr>Results &amp; Discussion</vt:lpstr>
      <vt:lpstr>Results</vt:lpstr>
      <vt:lpstr>RQ1</vt:lpstr>
      <vt:lpstr>Conclusion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mariah buhagiar</dc:creator>
  <cp:lastModifiedBy>Mariah Buhagiar</cp:lastModifiedBy>
  <cp:revision>1</cp:revision>
  <dcterms:modified xsi:type="dcterms:W3CDTF">2026-05-10T15:11:29Z</dcterms:modified>
</cp:coreProperties>
</file>